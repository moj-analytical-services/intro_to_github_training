
<file path=[Content_Types].xml><?xml version="1.0" encoding="utf-8"?>
<Types xmlns="http://schemas.openxmlformats.org/package/2006/content-types">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335" r:id="rId2"/>
    <p:sldId id="337" r:id="rId3"/>
    <p:sldId id="320" r:id="rId4"/>
    <p:sldId id="322" r:id="rId5"/>
    <p:sldId id="279" r:id="rId6"/>
    <p:sldId id="305" r:id="rId7"/>
    <p:sldId id="314" r:id="rId8"/>
    <p:sldId id="340" r:id="rId9"/>
    <p:sldId id="341" r:id="rId10"/>
    <p:sldId id="318" r:id="rId11"/>
    <p:sldId id="331" r:id="rId12"/>
    <p:sldId id="333" r:id="rId13"/>
    <p:sldId id="334" r:id="rId14"/>
    <p:sldId id="312" r:id="rId15"/>
    <p:sldId id="276" r:id="rId16"/>
    <p:sldId id="260" r:id="rId17"/>
    <p:sldId id="261" r:id="rId18"/>
    <p:sldId id="262" r:id="rId19"/>
    <p:sldId id="263" r:id="rId20"/>
    <p:sldId id="343" r:id="rId21"/>
    <p:sldId id="268" r:id="rId22"/>
    <p:sldId id="274" r:id="rId23"/>
    <p:sldId id="269" r:id="rId24"/>
    <p:sldId id="270" r:id="rId25"/>
    <p:sldId id="271" r:id="rId26"/>
    <p:sldId id="277" r:id="rId27"/>
    <p:sldId id="272" r:id="rId28"/>
    <p:sldId id="273" r:id="rId29"/>
    <p:sldId id="275" r:id="rId30"/>
    <p:sldId id="336" r:id="rId31"/>
    <p:sldId id="321" r:id="rId32"/>
    <p:sldId id="324" r:id="rId33"/>
    <p:sldId id="325" r:id="rId34"/>
    <p:sldId id="342" r:id="rId35"/>
    <p:sldId id="326" r:id="rId36"/>
    <p:sldId id="327" r:id="rId37"/>
    <p:sldId id="328" r:id="rId38"/>
    <p:sldId id="329" r:id="rId39"/>
    <p:sldId id="330"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10F3C15-F4C6-AC5E-7CA5-B55200768FE0}" name="Gray, Kristina" initials="GK" userId="S::Kristina.Gray2@justice.gov.uk::f43bb7ec-02aa-4922-ad0b-7962462d9867" providerId="AD"/>
  <p188:author id="{F1E6412E-FFFA-4559-B076-63B10A60D794}" name="Keating, Stewart" initials="KS" userId="S::stewart.keating@justice.gov.uk::bc032034-3b85-4c39-9f98-c0b2bcdcde8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D609D"/>
    <a:srgbClr val="A243E9"/>
    <a:srgbClr val="C746E9"/>
    <a:srgbClr val="C62B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04633B-CCCC-4400-85E8-764016DABC13}" v="1859" dt="2026-03-01T11:49:06.117"/>
    <p1510:client id="{BD4382D7-C5BC-B748-8F4E-B0F21D2F0593}" v="54" dt="2026-03-02T10:43:19.335"/>
    <p1510:client id="{DBAA9207-F36A-49AD-803E-34AF69B3DED4}" v="7" dt="2026-03-01T18:05:47.1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37" autoAdjust="0"/>
    <p:restoredTop sz="90152" autoAdjust="0"/>
  </p:normalViewPr>
  <p:slideViewPr>
    <p:cSldViewPr snapToGrid="0">
      <p:cViewPr>
        <p:scale>
          <a:sx n="145" d="100"/>
          <a:sy n="145" d="100"/>
        </p:scale>
        <p:origin x="1632" y="9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son, Graham" userId="ac16118c-999a-4a17-b03f-82145771d116" providerId="ADAL" clId="{89E08740-6CE0-4755-8F96-DD54D467EE2E}"/>
    <pc:docChg chg="undo redo custSel addSld delSld modSld sldOrd">
      <pc:chgData name="Ison, Graham" userId="ac16118c-999a-4a17-b03f-82145771d116" providerId="ADAL" clId="{89E08740-6CE0-4755-8F96-DD54D467EE2E}" dt="2026-03-01T19:31:32.667" v="7253"/>
      <pc:docMkLst>
        <pc:docMk/>
      </pc:docMkLst>
      <pc:sldChg chg="ord">
        <pc:chgData name="Ison, Graham" userId="ac16118c-999a-4a17-b03f-82145771d116" providerId="ADAL" clId="{89E08740-6CE0-4755-8F96-DD54D467EE2E}" dt="2026-03-01T19:27:36.947" v="7247"/>
        <pc:sldMkLst>
          <pc:docMk/>
          <pc:sldMk cId="2690309308" sldId="274"/>
        </pc:sldMkLst>
      </pc:sldChg>
      <pc:sldChg chg="ord">
        <pc:chgData name="Ison, Graham" userId="ac16118c-999a-4a17-b03f-82145771d116" providerId="ADAL" clId="{89E08740-6CE0-4755-8F96-DD54D467EE2E}" dt="2026-03-01T19:27:43.903" v="7249"/>
        <pc:sldMkLst>
          <pc:docMk/>
          <pc:sldMk cId="1217912970" sldId="277"/>
        </pc:sldMkLst>
      </pc:sldChg>
      <pc:sldChg chg="addSp delSp modSp mod addAnim delAnim modAnim modNotesTx">
        <pc:chgData name="Ison, Graham" userId="ac16118c-999a-4a17-b03f-82145771d116" providerId="ADAL" clId="{89E08740-6CE0-4755-8F96-DD54D467EE2E}" dt="2026-03-01T15:22:48.881" v="3995" actId="113"/>
        <pc:sldMkLst>
          <pc:docMk/>
          <pc:sldMk cId="182594899" sldId="305"/>
        </pc:sldMkLst>
        <pc:spChg chg="add mod ord">
          <ac:chgData name="Ison, Graham" userId="ac16118c-999a-4a17-b03f-82145771d116" providerId="ADAL" clId="{89E08740-6CE0-4755-8F96-DD54D467EE2E}" dt="2026-03-01T10:38:13.691" v="3311" actId="164"/>
          <ac:spMkLst>
            <pc:docMk/>
            <pc:sldMk cId="182594899" sldId="305"/>
            <ac:spMk id="6" creationId="{50F83136-5519-55CB-1EE1-A3E31AF09831}"/>
          </ac:spMkLst>
        </pc:spChg>
        <pc:spChg chg="add del mod">
          <ac:chgData name="Ison, Graham" userId="ac16118c-999a-4a17-b03f-82145771d116" providerId="ADAL" clId="{89E08740-6CE0-4755-8F96-DD54D467EE2E}" dt="2026-03-01T12:25:55.094" v="3793" actId="478"/>
          <ac:spMkLst>
            <pc:docMk/>
            <pc:sldMk cId="182594899" sldId="305"/>
            <ac:spMk id="7" creationId="{447610BF-EB4C-07EF-E11C-A494A1777DAA}"/>
          </ac:spMkLst>
        </pc:spChg>
        <pc:spChg chg="del mod">
          <ac:chgData name="Ison, Graham" userId="ac16118c-999a-4a17-b03f-82145771d116" providerId="ADAL" clId="{89E08740-6CE0-4755-8F96-DD54D467EE2E}" dt="2026-03-01T10:37:49.141" v="3308" actId="21"/>
          <ac:spMkLst>
            <pc:docMk/>
            <pc:sldMk cId="182594899" sldId="305"/>
            <ac:spMk id="29" creationId="{447610BF-EB4C-07EF-E11C-A494A1777DAA}"/>
          </ac:spMkLst>
        </pc:spChg>
        <pc:spChg chg="add del">
          <ac:chgData name="Ison, Graham" userId="ac16118c-999a-4a17-b03f-82145771d116" providerId="ADAL" clId="{89E08740-6CE0-4755-8F96-DD54D467EE2E}" dt="2026-03-01T10:49:51.436" v="3334" actId="478"/>
          <ac:spMkLst>
            <pc:docMk/>
            <pc:sldMk cId="182594899" sldId="305"/>
            <ac:spMk id="32" creationId="{40636F17-4406-D9E7-2C6F-0B2119D44CBD}"/>
          </ac:spMkLst>
        </pc:spChg>
        <pc:grpChg chg="add mod">
          <ac:chgData name="Ison, Graham" userId="ac16118c-999a-4a17-b03f-82145771d116" providerId="ADAL" clId="{89E08740-6CE0-4755-8F96-DD54D467EE2E}" dt="2026-03-01T10:38:13.691" v="3311" actId="164"/>
          <ac:grpSpMkLst>
            <pc:docMk/>
            <pc:sldMk cId="182594899" sldId="305"/>
            <ac:grpSpMk id="11" creationId="{8DF760E6-6677-C999-AEBD-A969E0A280A3}"/>
          </ac:grpSpMkLst>
        </pc:grpChg>
        <pc:grpChg chg="mod">
          <ac:chgData name="Ison, Graham" userId="ac16118c-999a-4a17-b03f-82145771d116" providerId="ADAL" clId="{89E08740-6CE0-4755-8F96-DD54D467EE2E}" dt="2026-03-01T10:38:13.691" v="3311" actId="164"/>
          <ac:grpSpMkLst>
            <pc:docMk/>
            <pc:sldMk cId="182594899" sldId="305"/>
            <ac:grpSpMk id="43" creationId="{317883BC-6599-6379-7B3F-B29689F06EF1}"/>
          </ac:grpSpMkLst>
        </pc:grpChg>
        <pc:cxnChg chg="mod">
          <ac:chgData name="Ison, Graham" userId="ac16118c-999a-4a17-b03f-82145771d116" providerId="ADAL" clId="{89E08740-6CE0-4755-8F96-DD54D467EE2E}" dt="2026-03-01T10:37:49.141" v="3308" actId="21"/>
          <ac:cxnSpMkLst>
            <pc:docMk/>
            <pc:sldMk cId="182594899" sldId="305"/>
            <ac:cxnSpMk id="30" creationId="{21F1FBBF-2086-28D8-5626-3F004B17DA1A}"/>
          </ac:cxnSpMkLst>
        </pc:cxnChg>
        <pc:cxnChg chg="mod">
          <ac:chgData name="Ison, Graham" userId="ac16118c-999a-4a17-b03f-82145771d116" providerId="ADAL" clId="{89E08740-6CE0-4755-8F96-DD54D467EE2E}" dt="2026-03-01T10:37:49.141" v="3308" actId="21"/>
          <ac:cxnSpMkLst>
            <pc:docMk/>
            <pc:sldMk cId="182594899" sldId="305"/>
            <ac:cxnSpMk id="34" creationId="{D5A50A12-70B2-D257-24C4-68D56DB9931A}"/>
          </ac:cxnSpMkLst>
        </pc:cxnChg>
      </pc:sldChg>
      <pc:sldChg chg="addSp modSp mod modAnim modNotesTx">
        <pc:chgData name="Ison, Graham" userId="ac16118c-999a-4a17-b03f-82145771d116" providerId="ADAL" clId="{89E08740-6CE0-4755-8F96-DD54D467EE2E}" dt="2026-03-01T15:29:19.292" v="4083" actId="113"/>
        <pc:sldMkLst>
          <pc:docMk/>
          <pc:sldMk cId="1369518204" sldId="314"/>
        </pc:sldMkLst>
        <pc:spChg chg="mod modVis">
          <ac:chgData name="Ison, Graham" userId="ac16118c-999a-4a17-b03f-82145771d116" providerId="ADAL" clId="{89E08740-6CE0-4755-8F96-DD54D467EE2E}" dt="2026-03-01T06:34:37.076" v="251" actId="14429"/>
          <ac:spMkLst>
            <pc:docMk/>
            <pc:sldMk cId="1369518204" sldId="314"/>
            <ac:spMk id="11" creationId="{DEEF4287-72F0-396F-3F54-ACD42AE5ABB8}"/>
          </ac:spMkLst>
        </pc:spChg>
        <pc:spChg chg="add mod">
          <ac:chgData name="Ison, Graham" userId="ac16118c-999a-4a17-b03f-82145771d116" providerId="ADAL" clId="{89E08740-6CE0-4755-8F96-DD54D467EE2E}" dt="2026-03-01T11:03:51.331" v="3355" actId="1076"/>
          <ac:spMkLst>
            <pc:docMk/>
            <pc:sldMk cId="1369518204" sldId="314"/>
            <ac:spMk id="13" creationId="{D22DE45E-C6B8-B690-0FCB-95537AC47D6A}"/>
          </ac:spMkLst>
        </pc:spChg>
        <pc:spChg chg="mod modVis">
          <ac:chgData name="Ison, Graham" userId="ac16118c-999a-4a17-b03f-82145771d116" providerId="ADAL" clId="{89E08740-6CE0-4755-8F96-DD54D467EE2E}" dt="2026-03-01T06:34:27.690" v="247"/>
          <ac:spMkLst>
            <pc:docMk/>
            <pc:sldMk cId="1369518204" sldId="314"/>
            <ac:spMk id="56" creationId="{26BE9F3A-725A-31FD-4A86-B38E2A684BF5}"/>
          </ac:spMkLst>
        </pc:spChg>
        <pc:spChg chg="mod">
          <ac:chgData name="Ison, Graham" userId="ac16118c-999a-4a17-b03f-82145771d116" providerId="ADAL" clId="{89E08740-6CE0-4755-8F96-DD54D467EE2E}" dt="2026-03-01T11:03:12.667" v="3352" actId="14100"/>
          <ac:spMkLst>
            <pc:docMk/>
            <pc:sldMk cId="1369518204" sldId="314"/>
            <ac:spMk id="92" creationId="{F5BA7AAC-EB4B-2443-8E7F-941D8180EC87}"/>
          </ac:spMkLst>
        </pc:spChg>
      </pc:sldChg>
      <pc:sldChg chg="addSp modSp del ord">
        <pc:chgData name="Ison, Graham" userId="ac16118c-999a-4a17-b03f-82145771d116" providerId="ADAL" clId="{89E08740-6CE0-4755-8F96-DD54D467EE2E}" dt="2026-03-01T12:26:53.229" v="3797" actId="47"/>
        <pc:sldMkLst>
          <pc:docMk/>
          <pc:sldMk cId="1759143974" sldId="316"/>
        </pc:sldMkLst>
        <pc:spChg chg="add mod">
          <ac:chgData name="Ison, Graham" userId="ac16118c-999a-4a17-b03f-82145771d116" providerId="ADAL" clId="{89E08740-6CE0-4755-8F96-DD54D467EE2E}" dt="2026-03-01T06:45:30.931" v="409"/>
          <ac:spMkLst>
            <pc:docMk/>
            <pc:sldMk cId="1759143974" sldId="316"/>
            <ac:spMk id="3" creationId="{1E0810BB-672A-C974-5FAC-4F81C54827A4}"/>
          </ac:spMkLst>
        </pc:spChg>
        <pc:spChg chg="add mod">
          <ac:chgData name="Ison, Graham" userId="ac16118c-999a-4a17-b03f-82145771d116" providerId="ADAL" clId="{89E08740-6CE0-4755-8F96-DD54D467EE2E}" dt="2026-03-01T06:45:30.931" v="409"/>
          <ac:spMkLst>
            <pc:docMk/>
            <pc:sldMk cId="1759143974" sldId="316"/>
            <ac:spMk id="6" creationId="{D22644AA-5B7A-5528-A136-1FC156804066}"/>
          </ac:spMkLst>
        </pc:spChg>
        <pc:spChg chg="add mod">
          <ac:chgData name="Ison, Graham" userId="ac16118c-999a-4a17-b03f-82145771d116" providerId="ADAL" clId="{89E08740-6CE0-4755-8F96-DD54D467EE2E}" dt="2026-03-01T06:45:30.931" v="409"/>
          <ac:spMkLst>
            <pc:docMk/>
            <pc:sldMk cId="1759143974" sldId="316"/>
            <ac:spMk id="10" creationId="{0005FA1A-420A-91D3-2513-8D8916E9F8A7}"/>
          </ac:spMkLst>
        </pc:spChg>
        <pc:spChg chg="add mod">
          <ac:chgData name="Ison, Graham" userId="ac16118c-999a-4a17-b03f-82145771d116" providerId="ADAL" clId="{89E08740-6CE0-4755-8F96-DD54D467EE2E}" dt="2026-03-01T06:45:30.931" v="409"/>
          <ac:spMkLst>
            <pc:docMk/>
            <pc:sldMk cId="1759143974" sldId="316"/>
            <ac:spMk id="13" creationId="{35F68680-25B1-9A4A-9F13-ECDD61A92686}"/>
          </ac:spMkLst>
        </pc:spChg>
        <pc:spChg chg="add mod">
          <ac:chgData name="Ison, Graham" userId="ac16118c-999a-4a17-b03f-82145771d116" providerId="ADAL" clId="{89E08740-6CE0-4755-8F96-DD54D467EE2E}" dt="2026-03-01T06:45:30.931" v="409"/>
          <ac:spMkLst>
            <pc:docMk/>
            <pc:sldMk cId="1759143974" sldId="316"/>
            <ac:spMk id="17" creationId="{CC14C311-DC5A-97EA-1B25-B4D9B4C14B27}"/>
          </ac:spMkLst>
        </pc:spChg>
        <pc:spChg chg="add mod">
          <ac:chgData name="Ison, Graham" userId="ac16118c-999a-4a17-b03f-82145771d116" providerId="ADAL" clId="{89E08740-6CE0-4755-8F96-DD54D467EE2E}" dt="2026-03-01T06:45:30.931" v="409"/>
          <ac:spMkLst>
            <pc:docMk/>
            <pc:sldMk cId="1759143974" sldId="316"/>
            <ac:spMk id="26" creationId="{A77158EF-A4D4-381A-9119-BFF0A7C43B97}"/>
          </ac:spMkLst>
        </pc:spChg>
        <pc:spChg chg="add mod">
          <ac:chgData name="Ison, Graham" userId="ac16118c-999a-4a17-b03f-82145771d116" providerId="ADAL" clId="{89E08740-6CE0-4755-8F96-DD54D467EE2E}" dt="2026-03-01T06:45:30.931" v="409"/>
          <ac:spMkLst>
            <pc:docMk/>
            <pc:sldMk cId="1759143974" sldId="316"/>
            <ac:spMk id="41" creationId="{7420E5FF-00FA-FC35-E1EB-6A3AD8ADC2EB}"/>
          </ac:spMkLst>
        </pc:spChg>
        <pc:spChg chg="add mod">
          <ac:chgData name="Ison, Graham" userId="ac16118c-999a-4a17-b03f-82145771d116" providerId="ADAL" clId="{89E08740-6CE0-4755-8F96-DD54D467EE2E}" dt="2026-03-01T06:45:30.931" v="409"/>
          <ac:spMkLst>
            <pc:docMk/>
            <pc:sldMk cId="1759143974" sldId="316"/>
            <ac:spMk id="44" creationId="{40B91DA6-6E26-1678-52BF-6FC636A3AE75}"/>
          </ac:spMkLst>
        </pc:spChg>
        <pc:spChg chg="add mod">
          <ac:chgData name="Ison, Graham" userId="ac16118c-999a-4a17-b03f-82145771d116" providerId="ADAL" clId="{89E08740-6CE0-4755-8F96-DD54D467EE2E}" dt="2026-03-01T06:45:30.931" v="409"/>
          <ac:spMkLst>
            <pc:docMk/>
            <pc:sldMk cId="1759143974" sldId="316"/>
            <ac:spMk id="58" creationId="{F75FC675-1769-8836-CA2D-7A2C16CA0350}"/>
          </ac:spMkLst>
        </pc:spChg>
        <pc:spChg chg="add mod">
          <ac:chgData name="Ison, Graham" userId="ac16118c-999a-4a17-b03f-82145771d116" providerId="ADAL" clId="{89E08740-6CE0-4755-8F96-DD54D467EE2E}" dt="2026-03-01T06:45:30.931" v="409"/>
          <ac:spMkLst>
            <pc:docMk/>
            <pc:sldMk cId="1759143974" sldId="316"/>
            <ac:spMk id="60" creationId="{B55B166A-BF65-8686-D63E-F1CE81CF2CD3}"/>
          </ac:spMkLst>
        </pc:spChg>
      </pc:sldChg>
      <pc:sldChg chg="addSp delSp modSp mod ord addAnim delAnim modAnim modNotesTx">
        <pc:chgData name="Ison, Graham" userId="ac16118c-999a-4a17-b03f-82145771d116" providerId="ADAL" clId="{89E08740-6CE0-4755-8F96-DD54D467EE2E}" dt="2026-03-01T15:33:55.050" v="4389" actId="20577"/>
        <pc:sldMkLst>
          <pc:docMk/>
          <pc:sldMk cId="745270927" sldId="318"/>
        </pc:sldMkLst>
        <pc:spChg chg="del">
          <ac:chgData name="Ison, Graham" userId="ac16118c-999a-4a17-b03f-82145771d116" providerId="ADAL" clId="{89E08740-6CE0-4755-8F96-DD54D467EE2E}" dt="2026-03-01T11:12:48.432" v="3439" actId="478"/>
          <ac:spMkLst>
            <pc:docMk/>
            <pc:sldMk cId="745270927" sldId="318"/>
            <ac:spMk id="3" creationId="{C5929C69-7AD6-9BA9-0EF0-A561C22FBFFB}"/>
          </ac:spMkLst>
        </pc:spChg>
        <pc:spChg chg="add mod">
          <ac:chgData name="Ison, Graham" userId="ac16118c-999a-4a17-b03f-82145771d116" providerId="ADAL" clId="{89E08740-6CE0-4755-8F96-DD54D467EE2E}" dt="2026-03-01T11:14:10.236" v="3443" actId="164"/>
          <ac:spMkLst>
            <pc:docMk/>
            <pc:sldMk cId="745270927" sldId="318"/>
            <ac:spMk id="5" creationId="{CC1405C6-A5CF-8617-D74D-96955ECB7063}"/>
          </ac:spMkLst>
        </pc:spChg>
        <pc:spChg chg="add del mod">
          <ac:chgData name="Ison, Graham" userId="ac16118c-999a-4a17-b03f-82145771d116" providerId="ADAL" clId="{89E08740-6CE0-4755-8F96-DD54D467EE2E}" dt="2026-03-01T11:22:47.044" v="3662" actId="1076"/>
          <ac:spMkLst>
            <pc:docMk/>
            <pc:sldMk cId="745270927" sldId="318"/>
            <ac:spMk id="6" creationId="{6622D4C6-9E58-AF49-F0D7-45DB2F8D88CC}"/>
          </ac:spMkLst>
        </pc:spChg>
        <pc:spChg chg="add del mod">
          <ac:chgData name="Ison, Graham" userId="ac16118c-999a-4a17-b03f-82145771d116" providerId="ADAL" clId="{89E08740-6CE0-4755-8F96-DD54D467EE2E}" dt="2026-03-01T11:22:02.276" v="3657" actId="1076"/>
          <ac:spMkLst>
            <pc:docMk/>
            <pc:sldMk cId="745270927" sldId="318"/>
            <ac:spMk id="7" creationId="{D21FD248-2575-B475-20EF-450C863EDADC}"/>
          </ac:spMkLst>
        </pc:spChg>
        <pc:spChg chg="mod">
          <ac:chgData name="Ison, Graham" userId="ac16118c-999a-4a17-b03f-82145771d116" providerId="ADAL" clId="{89E08740-6CE0-4755-8F96-DD54D467EE2E}" dt="2026-03-01T11:47:48.306" v="3786" actId="1076"/>
          <ac:spMkLst>
            <pc:docMk/>
            <pc:sldMk cId="745270927" sldId="318"/>
            <ac:spMk id="11" creationId="{DEEF4287-72F0-396F-3F54-ACD42AE5ABB8}"/>
          </ac:spMkLst>
        </pc:spChg>
        <pc:spChg chg="add del mod">
          <ac:chgData name="Ison, Graham" userId="ac16118c-999a-4a17-b03f-82145771d116" providerId="ADAL" clId="{89E08740-6CE0-4755-8F96-DD54D467EE2E}" dt="2026-03-01T11:21:14.319" v="3643" actId="1076"/>
          <ac:spMkLst>
            <pc:docMk/>
            <pc:sldMk cId="745270927" sldId="318"/>
            <ac:spMk id="14" creationId="{E34F9BB6-7908-42A0-BDF5-9DD0A6F7127C}"/>
          </ac:spMkLst>
        </pc:spChg>
        <pc:spChg chg="add mod">
          <ac:chgData name="Ison, Graham" userId="ac16118c-999a-4a17-b03f-82145771d116" providerId="ADAL" clId="{89E08740-6CE0-4755-8F96-DD54D467EE2E}" dt="2026-03-01T11:14:10.236" v="3443" actId="164"/>
          <ac:spMkLst>
            <pc:docMk/>
            <pc:sldMk cId="745270927" sldId="318"/>
            <ac:spMk id="18" creationId="{534AF759-CCB8-01DC-F40B-D2FC7E2C6000}"/>
          </ac:spMkLst>
        </pc:spChg>
        <pc:spChg chg="add mod">
          <ac:chgData name="Ison, Graham" userId="ac16118c-999a-4a17-b03f-82145771d116" providerId="ADAL" clId="{89E08740-6CE0-4755-8F96-DD54D467EE2E}" dt="2026-03-01T11:20:48.519" v="3635" actId="1076"/>
          <ac:spMkLst>
            <pc:docMk/>
            <pc:sldMk cId="745270927" sldId="318"/>
            <ac:spMk id="20" creationId="{0C01ADF0-5B15-963F-F12A-28CACD65E330}"/>
          </ac:spMkLst>
        </pc:spChg>
        <pc:spChg chg="add mod">
          <ac:chgData name="Ison, Graham" userId="ac16118c-999a-4a17-b03f-82145771d116" providerId="ADAL" clId="{89E08740-6CE0-4755-8F96-DD54D467EE2E}" dt="2026-03-01T11:14:10.236" v="3443" actId="164"/>
          <ac:spMkLst>
            <pc:docMk/>
            <pc:sldMk cId="745270927" sldId="318"/>
            <ac:spMk id="22" creationId="{902A0A06-5F28-BC5B-1D73-2C29EC70BC2F}"/>
          </ac:spMkLst>
        </pc:spChg>
        <pc:spChg chg="add mod">
          <ac:chgData name="Ison, Graham" userId="ac16118c-999a-4a17-b03f-82145771d116" providerId="ADAL" clId="{89E08740-6CE0-4755-8F96-DD54D467EE2E}" dt="2026-03-01T11:14:10.236" v="3443" actId="164"/>
          <ac:spMkLst>
            <pc:docMk/>
            <pc:sldMk cId="745270927" sldId="318"/>
            <ac:spMk id="25" creationId="{281A27BF-7FBF-8BC9-0924-E7CD65FFA1C1}"/>
          </ac:spMkLst>
        </pc:spChg>
        <pc:spChg chg="add mod">
          <ac:chgData name="Ison, Graham" userId="ac16118c-999a-4a17-b03f-82145771d116" providerId="ADAL" clId="{89E08740-6CE0-4755-8F96-DD54D467EE2E}" dt="2026-03-01T11:14:10.236" v="3443" actId="164"/>
          <ac:spMkLst>
            <pc:docMk/>
            <pc:sldMk cId="745270927" sldId="318"/>
            <ac:spMk id="28" creationId="{84BCFE09-9B10-E390-DFFA-C4FA60D1CACA}"/>
          </ac:spMkLst>
        </pc:spChg>
        <pc:spChg chg="add mod">
          <ac:chgData name="Ison, Graham" userId="ac16118c-999a-4a17-b03f-82145771d116" providerId="ADAL" clId="{89E08740-6CE0-4755-8F96-DD54D467EE2E}" dt="2026-03-01T11:14:10.236" v="3443" actId="164"/>
          <ac:spMkLst>
            <pc:docMk/>
            <pc:sldMk cId="745270927" sldId="318"/>
            <ac:spMk id="34" creationId="{BB988091-9DEA-8A9D-BFBD-0507DCBEADF9}"/>
          </ac:spMkLst>
        </pc:spChg>
        <pc:spChg chg="del mod">
          <ac:chgData name="Ison, Graham" userId="ac16118c-999a-4a17-b03f-82145771d116" providerId="ADAL" clId="{89E08740-6CE0-4755-8F96-DD54D467EE2E}" dt="2026-03-01T11:23:00.487" v="3665" actId="478"/>
          <ac:spMkLst>
            <pc:docMk/>
            <pc:sldMk cId="745270927" sldId="318"/>
            <ac:spMk id="46" creationId="{09EA8D3D-D9F8-3966-BCA8-92D96448E157}"/>
          </ac:spMkLst>
        </pc:spChg>
        <pc:spChg chg="del mod">
          <ac:chgData name="Ison, Graham" userId="ac16118c-999a-4a17-b03f-82145771d116" providerId="ADAL" clId="{89E08740-6CE0-4755-8F96-DD54D467EE2E}" dt="2026-03-01T11:22:28.903" v="3658" actId="478"/>
          <ac:spMkLst>
            <pc:docMk/>
            <pc:sldMk cId="745270927" sldId="318"/>
            <ac:spMk id="48" creationId="{1DCDC371-0C59-8463-B0CD-5EE68FCDC011}"/>
          </ac:spMkLst>
        </pc:spChg>
        <pc:spChg chg="del mod">
          <ac:chgData name="Ison, Graham" userId="ac16118c-999a-4a17-b03f-82145771d116" providerId="ADAL" clId="{89E08740-6CE0-4755-8F96-DD54D467EE2E}" dt="2026-03-01T11:21:06.494" v="3639" actId="478"/>
          <ac:spMkLst>
            <pc:docMk/>
            <pc:sldMk cId="745270927" sldId="318"/>
            <ac:spMk id="50" creationId="{829FED5B-02DF-DCE2-D465-3C421EBE8F34}"/>
          </ac:spMkLst>
        </pc:spChg>
        <pc:spChg chg="del">
          <ac:chgData name="Ison, Graham" userId="ac16118c-999a-4a17-b03f-82145771d116" providerId="ADAL" clId="{89E08740-6CE0-4755-8F96-DD54D467EE2E}" dt="2026-03-01T11:20:40.764" v="3631" actId="478"/>
          <ac:spMkLst>
            <pc:docMk/>
            <pc:sldMk cId="745270927" sldId="318"/>
            <ac:spMk id="52" creationId="{D636943A-4B45-4E4F-ED55-8EEFC17C3D66}"/>
          </ac:spMkLst>
        </pc:spChg>
        <pc:spChg chg="del">
          <ac:chgData name="Ison, Graham" userId="ac16118c-999a-4a17-b03f-82145771d116" providerId="ADAL" clId="{89E08740-6CE0-4755-8F96-DD54D467EE2E}" dt="2026-03-01T11:20:51.968" v="3636" actId="478"/>
          <ac:spMkLst>
            <pc:docMk/>
            <pc:sldMk cId="745270927" sldId="318"/>
            <ac:spMk id="54" creationId="{76EE1679-8D1C-BF64-001F-CBFF00F8368A}"/>
          </ac:spMkLst>
        </pc:spChg>
        <pc:spChg chg="mod">
          <ac:chgData name="Ison, Graham" userId="ac16118c-999a-4a17-b03f-82145771d116" providerId="ADAL" clId="{89E08740-6CE0-4755-8F96-DD54D467EE2E}" dt="2026-03-01T11:47:58.691" v="3791" actId="1038"/>
          <ac:spMkLst>
            <pc:docMk/>
            <pc:sldMk cId="745270927" sldId="318"/>
            <ac:spMk id="56" creationId="{26BE9F3A-725A-31FD-4A86-B38E2A684BF5}"/>
          </ac:spMkLst>
        </pc:spChg>
        <pc:spChg chg="mod">
          <ac:chgData name="Ison, Graham" userId="ac16118c-999a-4a17-b03f-82145771d116" providerId="ADAL" clId="{89E08740-6CE0-4755-8F96-DD54D467EE2E}" dt="2026-03-01T11:23:41.775" v="3669"/>
          <ac:spMkLst>
            <pc:docMk/>
            <pc:sldMk cId="745270927" sldId="318"/>
            <ac:spMk id="93" creationId="{5FF82210-64E0-5EF7-AB06-4A99BA1F7DF7}"/>
          </ac:spMkLst>
        </pc:spChg>
        <pc:spChg chg="mod">
          <ac:chgData name="Ison, Graham" userId="ac16118c-999a-4a17-b03f-82145771d116" providerId="ADAL" clId="{89E08740-6CE0-4755-8F96-DD54D467EE2E}" dt="2026-03-01T11:23:41.775" v="3669"/>
          <ac:spMkLst>
            <pc:docMk/>
            <pc:sldMk cId="745270927" sldId="318"/>
            <ac:spMk id="96" creationId="{A8B36627-D146-3C2D-126C-6510EFA1E61B}"/>
          </ac:spMkLst>
        </pc:spChg>
        <pc:spChg chg="mod">
          <ac:chgData name="Ison, Graham" userId="ac16118c-999a-4a17-b03f-82145771d116" providerId="ADAL" clId="{89E08740-6CE0-4755-8F96-DD54D467EE2E}" dt="2026-03-01T11:23:41.775" v="3669"/>
          <ac:spMkLst>
            <pc:docMk/>
            <pc:sldMk cId="745270927" sldId="318"/>
            <ac:spMk id="102" creationId="{916FB3D7-F056-9055-659E-F9A9382A84D4}"/>
          </ac:spMkLst>
        </pc:spChg>
        <pc:spChg chg="del">
          <ac:chgData name="Ison, Graham" userId="ac16118c-999a-4a17-b03f-82145771d116" providerId="ADAL" clId="{89E08740-6CE0-4755-8F96-DD54D467EE2E}" dt="2026-03-01T11:26:40.802" v="3733" actId="478"/>
          <ac:spMkLst>
            <pc:docMk/>
            <pc:sldMk cId="745270927" sldId="318"/>
            <ac:spMk id="131" creationId="{B17F7549-661F-29E5-0245-55E6171D6385}"/>
          </ac:spMkLst>
        </pc:spChg>
        <pc:spChg chg="mod">
          <ac:chgData name="Ison, Graham" userId="ac16118c-999a-4a17-b03f-82145771d116" providerId="ADAL" clId="{89E08740-6CE0-4755-8F96-DD54D467EE2E}" dt="2026-03-01T11:23:41.775" v="3669"/>
          <ac:spMkLst>
            <pc:docMk/>
            <pc:sldMk cId="745270927" sldId="318"/>
            <ac:spMk id="147" creationId="{C3E65EA1-915A-2E0D-1F45-61FD70005FFD}"/>
          </ac:spMkLst>
        </pc:spChg>
        <pc:spChg chg="mod">
          <ac:chgData name="Ison, Graham" userId="ac16118c-999a-4a17-b03f-82145771d116" providerId="ADAL" clId="{89E08740-6CE0-4755-8F96-DD54D467EE2E}" dt="2026-03-01T11:23:41.775" v="3669"/>
          <ac:spMkLst>
            <pc:docMk/>
            <pc:sldMk cId="745270927" sldId="318"/>
            <ac:spMk id="149" creationId="{613E8BFF-C68A-3361-7C40-0D74F1CCA229}"/>
          </ac:spMkLst>
        </pc:spChg>
        <pc:spChg chg="mod">
          <ac:chgData name="Ison, Graham" userId="ac16118c-999a-4a17-b03f-82145771d116" providerId="ADAL" clId="{89E08740-6CE0-4755-8F96-DD54D467EE2E}" dt="2026-03-01T11:23:41.775" v="3669"/>
          <ac:spMkLst>
            <pc:docMk/>
            <pc:sldMk cId="745270927" sldId="318"/>
            <ac:spMk id="151" creationId="{C7929821-0D9E-83CB-B5A8-56C02096816E}"/>
          </ac:spMkLst>
        </pc:spChg>
        <pc:spChg chg="mod">
          <ac:chgData name="Ison, Graham" userId="ac16118c-999a-4a17-b03f-82145771d116" providerId="ADAL" clId="{89E08740-6CE0-4755-8F96-DD54D467EE2E}" dt="2026-03-01T11:23:41.775" v="3669"/>
          <ac:spMkLst>
            <pc:docMk/>
            <pc:sldMk cId="745270927" sldId="318"/>
            <ac:spMk id="153" creationId="{2A16AD0B-62A5-2EF3-937A-6CC258AFEA8A}"/>
          </ac:spMkLst>
        </pc:spChg>
        <pc:spChg chg="mod">
          <ac:chgData name="Ison, Graham" userId="ac16118c-999a-4a17-b03f-82145771d116" providerId="ADAL" clId="{89E08740-6CE0-4755-8F96-DD54D467EE2E}" dt="2026-03-01T11:23:41.775" v="3669"/>
          <ac:spMkLst>
            <pc:docMk/>
            <pc:sldMk cId="745270927" sldId="318"/>
            <ac:spMk id="155" creationId="{CE595369-051A-41B1-51CB-36066E2B60A2}"/>
          </ac:spMkLst>
        </pc:spChg>
        <pc:spChg chg="mod">
          <ac:chgData name="Ison, Graham" userId="ac16118c-999a-4a17-b03f-82145771d116" providerId="ADAL" clId="{89E08740-6CE0-4755-8F96-DD54D467EE2E}" dt="2026-03-01T11:23:41.775" v="3669"/>
          <ac:spMkLst>
            <pc:docMk/>
            <pc:sldMk cId="745270927" sldId="318"/>
            <ac:spMk id="159" creationId="{D792AEC4-48B6-4C32-E0A5-F62C71FAD6D8}"/>
          </ac:spMkLst>
        </pc:spChg>
        <pc:spChg chg="mod">
          <ac:chgData name="Ison, Graham" userId="ac16118c-999a-4a17-b03f-82145771d116" providerId="ADAL" clId="{89E08740-6CE0-4755-8F96-DD54D467EE2E}" dt="2026-03-01T11:47:53.993" v="3790" actId="1038"/>
          <ac:spMkLst>
            <pc:docMk/>
            <pc:sldMk cId="745270927" sldId="318"/>
            <ac:spMk id="165" creationId="{584FADDA-0BD7-1DDF-E010-8C600C16819F}"/>
          </ac:spMkLst>
        </pc:spChg>
        <pc:spChg chg="mod">
          <ac:chgData name="Ison, Graham" userId="ac16118c-999a-4a17-b03f-82145771d116" providerId="ADAL" clId="{89E08740-6CE0-4755-8F96-DD54D467EE2E}" dt="2026-03-01T11:25:04.728" v="3675"/>
          <ac:spMkLst>
            <pc:docMk/>
            <pc:sldMk cId="745270927" sldId="318"/>
            <ac:spMk id="167" creationId="{1B36C734-08ED-2FEF-33FB-F0C190BD8EFF}"/>
          </ac:spMkLst>
        </pc:spChg>
        <pc:spChg chg="mod">
          <ac:chgData name="Ison, Graham" userId="ac16118c-999a-4a17-b03f-82145771d116" providerId="ADAL" clId="{89E08740-6CE0-4755-8F96-DD54D467EE2E}" dt="2026-03-01T11:25:04.728" v="3675"/>
          <ac:spMkLst>
            <pc:docMk/>
            <pc:sldMk cId="745270927" sldId="318"/>
            <ac:spMk id="168" creationId="{46F52E7C-B093-4E5D-B761-C8CBA8600663}"/>
          </ac:spMkLst>
        </pc:spChg>
        <pc:spChg chg="mod">
          <ac:chgData name="Ison, Graham" userId="ac16118c-999a-4a17-b03f-82145771d116" providerId="ADAL" clId="{89E08740-6CE0-4755-8F96-DD54D467EE2E}" dt="2026-03-01T11:25:04.728" v="3675"/>
          <ac:spMkLst>
            <pc:docMk/>
            <pc:sldMk cId="745270927" sldId="318"/>
            <ac:spMk id="170" creationId="{17409558-11B9-DEB3-D877-194FFAF584EA}"/>
          </ac:spMkLst>
        </pc:spChg>
        <pc:spChg chg="mod">
          <ac:chgData name="Ison, Graham" userId="ac16118c-999a-4a17-b03f-82145771d116" providerId="ADAL" clId="{89E08740-6CE0-4755-8F96-DD54D467EE2E}" dt="2026-03-01T11:25:04.728" v="3675"/>
          <ac:spMkLst>
            <pc:docMk/>
            <pc:sldMk cId="745270927" sldId="318"/>
            <ac:spMk id="172" creationId="{B42B061F-4623-1032-0B04-9CA3CFFE6293}"/>
          </ac:spMkLst>
        </pc:spChg>
        <pc:spChg chg="mod">
          <ac:chgData name="Ison, Graham" userId="ac16118c-999a-4a17-b03f-82145771d116" providerId="ADAL" clId="{89E08740-6CE0-4755-8F96-DD54D467EE2E}" dt="2026-03-01T11:25:04.728" v="3675"/>
          <ac:spMkLst>
            <pc:docMk/>
            <pc:sldMk cId="745270927" sldId="318"/>
            <ac:spMk id="174" creationId="{C08F578A-37E3-0181-2011-3E5888FC0216}"/>
          </ac:spMkLst>
        </pc:spChg>
        <pc:spChg chg="mod">
          <ac:chgData name="Ison, Graham" userId="ac16118c-999a-4a17-b03f-82145771d116" providerId="ADAL" clId="{89E08740-6CE0-4755-8F96-DD54D467EE2E}" dt="2026-03-01T11:43:43.035" v="3769" actId="14100"/>
          <ac:spMkLst>
            <pc:docMk/>
            <pc:sldMk cId="745270927" sldId="318"/>
            <ac:spMk id="175" creationId="{E46F47D4-22FE-0D16-88E3-C75FC7E1EDE8}"/>
          </ac:spMkLst>
        </pc:spChg>
        <pc:spChg chg="mod">
          <ac:chgData name="Ison, Graham" userId="ac16118c-999a-4a17-b03f-82145771d116" providerId="ADAL" clId="{89E08740-6CE0-4755-8F96-DD54D467EE2E}" dt="2026-03-01T11:26:01.713" v="3688"/>
          <ac:spMkLst>
            <pc:docMk/>
            <pc:sldMk cId="745270927" sldId="318"/>
            <ac:spMk id="179" creationId="{57026600-30B6-4878-A8B0-29FF86A20F95}"/>
          </ac:spMkLst>
        </pc:spChg>
        <pc:spChg chg="mod">
          <ac:chgData name="Ison, Graham" userId="ac16118c-999a-4a17-b03f-82145771d116" providerId="ADAL" clId="{89E08740-6CE0-4755-8F96-DD54D467EE2E}" dt="2026-03-01T11:26:01.713" v="3688"/>
          <ac:spMkLst>
            <pc:docMk/>
            <pc:sldMk cId="745270927" sldId="318"/>
            <ac:spMk id="180" creationId="{1076E119-8838-07BD-AF3E-C52140D09D51}"/>
          </ac:spMkLst>
        </pc:spChg>
        <pc:spChg chg="mod">
          <ac:chgData name="Ison, Graham" userId="ac16118c-999a-4a17-b03f-82145771d116" providerId="ADAL" clId="{89E08740-6CE0-4755-8F96-DD54D467EE2E}" dt="2026-03-01T11:26:01.713" v="3688"/>
          <ac:spMkLst>
            <pc:docMk/>
            <pc:sldMk cId="745270927" sldId="318"/>
            <ac:spMk id="181" creationId="{B26108FB-95FD-1E2F-E57A-54E187D013FB}"/>
          </ac:spMkLst>
        </pc:spChg>
        <pc:spChg chg="mod">
          <ac:chgData name="Ison, Graham" userId="ac16118c-999a-4a17-b03f-82145771d116" providerId="ADAL" clId="{89E08740-6CE0-4755-8F96-DD54D467EE2E}" dt="2026-03-01T11:26:01.713" v="3688"/>
          <ac:spMkLst>
            <pc:docMk/>
            <pc:sldMk cId="745270927" sldId="318"/>
            <ac:spMk id="183" creationId="{190F15CE-AC51-BCC3-CEBC-8615CDD84B70}"/>
          </ac:spMkLst>
        </pc:spChg>
        <pc:spChg chg="mod">
          <ac:chgData name="Ison, Graham" userId="ac16118c-999a-4a17-b03f-82145771d116" providerId="ADAL" clId="{89E08740-6CE0-4755-8F96-DD54D467EE2E}" dt="2026-03-01T11:26:01.713" v="3688"/>
          <ac:spMkLst>
            <pc:docMk/>
            <pc:sldMk cId="745270927" sldId="318"/>
            <ac:spMk id="187" creationId="{0797CE5D-695C-3179-1D54-0C6260A8DF1D}"/>
          </ac:spMkLst>
        </pc:spChg>
        <pc:spChg chg="mod">
          <ac:chgData name="Ison, Graham" userId="ac16118c-999a-4a17-b03f-82145771d116" providerId="ADAL" clId="{89E08740-6CE0-4755-8F96-DD54D467EE2E}" dt="2026-03-01T11:26:01.713" v="3688"/>
          <ac:spMkLst>
            <pc:docMk/>
            <pc:sldMk cId="745270927" sldId="318"/>
            <ac:spMk id="189" creationId="{9D809102-58C1-7725-AA92-E85B0B100500}"/>
          </ac:spMkLst>
        </pc:spChg>
        <pc:spChg chg="mod">
          <ac:chgData name="Ison, Graham" userId="ac16118c-999a-4a17-b03f-82145771d116" providerId="ADAL" clId="{89E08740-6CE0-4755-8F96-DD54D467EE2E}" dt="2026-03-01T11:26:01.713" v="3688"/>
          <ac:spMkLst>
            <pc:docMk/>
            <pc:sldMk cId="745270927" sldId="318"/>
            <ac:spMk id="191" creationId="{5404FA65-FE57-E7EA-E28D-82651856F03C}"/>
          </ac:spMkLst>
        </pc:spChg>
        <pc:spChg chg="mod">
          <ac:chgData name="Ison, Graham" userId="ac16118c-999a-4a17-b03f-82145771d116" providerId="ADAL" clId="{89E08740-6CE0-4755-8F96-DD54D467EE2E}" dt="2026-03-01T11:26:01.713" v="3688"/>
          <ac:spMkLst>
            <pc:docMk/>
            <pc:sldMk cId="745270927" sldId="318"/>
            <ac:spMk id="193" creationId="{B710F797-9E97-921B-5C63-3309C3DA730E}"/>
          </ac:spMkLst>
        </pc:spChg>
        <pc:spChg chg="mod">
          <ac:chgData name="Ison, Graham" userId="ac16118c-999a-4a17-b03f-82145771d116" providerId="ADAL" clId="{89E08740-6CE0-4755-8F96-DD54D467EE2E}" dt="2026-03-01T11:26:01.713" v="3688"/>
          <ac:spMkLst>
            <pc:docMk/>
            <pc:sldMk cId="745270927" sldId="318"/>
            <ac:spMk id="197" creationId="{6E460E52-BB2D-4415-942E-935D071A9633}"/>
          </ac:spMkLst>
        </pc:spChg>
        <pc:spChg chg="mod">
          <ac:chgData name="Ison, Graham" userId="ac16118c-999a-4a17-b03f-82145771d116" providerId="ADAL" clId="{89E08740-6CE0-4755-8F96-DD54D467EE2E}" dt="2026-03-01T11:26:01.713" v="3688"/>
          <ac:spMkLst>
            <pc:docMk/>
            <pc:sldMk cId="745270927" sldId="318"/>
            <ac:spMk id="201" creationId="{5A9F35B2-0E36-06DB-62B9-FBC61DA5BD07}"/>
          </ac:spMkLst>
        </pc:spChg>
        <pc:spChg chg="mod">
          <ac:chgData name="Ison, Graham" userId="ac16118c-999a-4a17-b03f-82145771d116" providerId="ADAL" clId="{89E08740-6CE0-4755-8F96-DD54D467EE2E}" dt="2026-03-01T11:42:39.140" v="3768"/>
          <ac:spMkLst>
            <pc:docMk/>
            <pc:sldMk cId="745270927" sldId="318"/>
            <ac:spMk id="203" creationId="{4A5EA67B-85EF-F72A-4F12-4805C3135244}"/>
          </ac:spMkLst>
        </pc:spChg>
        <pc:spChg chg="mod">
          <ac:chgData name="Ison, Graham" userId="ac16118c-999a-4a17-b03f-82145771d116" providerId="ADAL" clId="{89E08740-6CE0-4755-8F96-DD54D467EE2E}" dt="2026-03-01T11:42:39.140" v="3768"/>
          <ac:spMkLst>
            <pc:docMk/>
            <pc:sldMk cId="745270927" sldId="318"/>
            <ac:spMk id="204" creationId="{AC3F1D08-F4B4-0B27-B722-0FFCF7FF9EEF}"/>
          </ac:spMkLst>
        </pc:spChg>
        <pc:spChg chg="mod">
          <ac:chgData name="Ison, Graham" userId="ac16118c-999a-4a17-b03f-82145771d116" providerId="ADAL" clId="{89E08740-6CE0-4755-8F96-DD54D467EE2E}" dt="2026-03-01T11:42:39.140" v="3768"/>
          <ac:spMkLst>
            <pc:docMk/>
            <pc:sldMk cId="745270927" sldId="318"/>
            <ac:spMk id="205" creationId="{9234F845-E2D0-1C3E-99F1-60102A63F993}"/>
          </ac:spMkLst>
        </pc:spChg>
        <pc:spChg chg="mod">
          <ac:chgData name="Ison, Graham" userId="ac16118c-999a-4a17-b03f-82145771d116" providerId="ADAL" clId="{89E08740-6CE0-4755-8F96-DD54D467EE2E}" dt="2026-03-01T11:42:39.140" v="3768"/>
          <ac:spMkLst>
            <pc:docMk/>
            <pc:sldMk cId="745270927" sldId="318"/>
            <ac:spMk id="207" creationId="{01C927C9-A3D2-9C0D-7DD2-9DF9D1F64859}"/>
          </ac:spMkLst>
        </pc:spChg>
        <pc:spChg chg="mod">
          <ac:chgData name="Ison, Graham" userId="ac16118c-999a-4a17-b03f-82145771d116" providerId="ADAL" clId="{89E08740-6CE0-4755-8F96-DD54D467EE2E}" dt="2026-03-01T11:42:39.140" v="3768"/>
          <ac:spMkLst>
            <pc:docMk/>
            <pc:sldMk cId="745270927" sldId="318"/>
            <ac:spMk id="209" creationId="{CF2D5E55-CB29-F7D7-43DA-6CF5DEBB1319}"/>
          </ac:spMkLst>
        </pc:spChg>
        <pc:spChg chg="mod">
          <ac:chgData name="Ison, Graham" userId="ac16118c-999a-4a17-b03f-82145771d116" providerId="ADAL" clId="{89E08740-6CE0-4755-8F96-DD54D467EE2E}" dt="2026-03-01T11:42:39.140" v="3768"/>
          <ac:spMkLst>
            <pc:docMk/>
            <pc:sldMk cId="745270927" sldId="318"/>
            <ac:spMk id="213" creationId="{E743E160-8E29-35FF-6D67-209FE9DA1C4E}"/>
          </ac:spMkLst>
        </pc:spChg>
        <pc:spChg chg="mod">
          <ac:chgData name="Ison, Graham" userId="ac16118c-999a-4a17-b03f-82145771d116" providerId="ADAL" clId="{89E08740-6CE0-4755-8F96-DD54D467EE2E}" dt="2026-03-01T11:42:39.140" v="3768"/>
          <ac:spMkLst>
            <pc:docMk/>
            <pc:sldMk cId="745270927" sldId="318"/>
            <ac:spMk id="215" creationId="{FC144754-C4BE-5EDC-F254-3EACADFFF2EA}"/>
          </ac:spMkLst>
        </pc:spChg>
        <pc:spChg chg="mod">
          <ac:chgData name="Ison, Graham" userId="ac16118c-999a-4a17-b03f-82145771d116" providerId="ADAL" clId="{89E08740-6CE0-4755-8F96-DD54D467EE2E}" dt="2026-03-01T11:42:39.140" v="3768"/>
          <ac:spMkLst>
            <pc:docMk/>
            <pc:sldMk cId="745270927" sldId="318"/>
            <ac:spMk id="217" creationId="{AF842DC0-A8F7-7E3B-E5CF-4A6E8AD6D21B}"/>
          </ac:spMkLst>
        </pc:spChg>
        <pc:spChg chg="mod">
          <ac:chgData name="Ison, Graham" userId="ac16118c-999a-4a17-b03f-82145771d116" providerId="ADAL" clId="{89E08740-6CE0-4755-8F96-DD54D467EE2E}" dt="2026-03-01T11:42:39.140" v="3768"/>
          <ac:spMkLst>
            <pc:docMk/>
            <pc:sldMk cId="745270927" sldId="318"/>
            <ac:spMk id="221" creationId="{5ED3025F-917C-384C-DA33-C59251EC60B5}"/>
          </ac:spMkLst>
        </pc:spChg>
        <pc:spChg chg="mod">
          <ac:chgData name="Ison, Graham" userId="ac16118c-999a-4a17-b03f-82145771d116" providerId="ADAL" clId="{89E08740-6CE0-4755-8F96-DD54D467EE2E}" dt="2026-03-01T11:42:39.140" v="3768"/>
          <ac:spMkLst>
            <pc:docMk/>
            <pc:sldMk cId="745270927" sldId="318"/>
            <ac:spMk id="222" creationId="{03361C1A-3935-8532-2004-6568E79C5288}"/>
          </ac:spMkLst>
        </pc:spChg>
        <pc:grpChg chg="mod">
          <ac:chgData name="Ison, Graham" userId="ac16118c-999a-4a17-b03f-82145771d116" providerId="ADAL" clId="{89E08740-6CE0-4755-8F96-DD54D467EE2E}" dt="2026-03-01T11:16:55.645" v="3564" actId="164"/>
          <ac:grpSpMkLst>
            <pc:docMk/>
            <pc:sldMk cId="745270927" sldId="318"/>
            <ac:grpSpMk id="37" creationId="{F0A088E6-1D56-2327-1550-54C3F085A42F}"/>
          </ac:grpSpMkLst>
        </pc:grpChg>
        <pc:grpChg chg="add mod ord">
          <ac:chgData name="Ison, Graham" userId="ac16118c-999a-4a17-b03f-82145771d116" providerId="ADAL" clId="{89E08740-6CE0-4755-8F96-DD54D467EE2E}" dt="2026-03-01T11:22:35.617" v="3660" actId="1076"/>
          <ac:grpSpMkLst>
            <pc:docMk/>
            <pc:sldMk cId="745270927" sldId="318"/>
            <ac:grpSpMk id="38" creationId="{253083E2-7866-0925-09AC-1F74888FEF21}"/>
          </ac:grpSpMkLst>
        </pc:grpChg>
        <pc:grpChg chg="mod">
          <ac:chgData name="Ison, Graham" userId="ac16118c-999a-4a17-b03f-82145771d116" providerId="ADAL" clId="{89E08740-6CE0-4755-8F96-DD54D467EE2E}" dt="2026-03-01T11:23:56.273" v="3670" actId="1076"/>
          <ac:grpSpMkLst>
            <pc:docMk/>
            <pc:sldMk cId="745270927" sldId="318"/>
            <ac:grpSpMk id="73" creationId="{22D95258-CDD2-BB89-8E61-6B90BE3F7B9A}"/>
          </ac:grpSpMkLst>
        </pc:grpChg>
        <pc:grpChg chg="del">
          <ac:chgData name="Ison, Graham" userId="ac16118c-999a-4a17-b03f-82145771d116" providerId="ADAL" clId="{89E08740-6CE0-4755-8F96-DD54D467EE2E}" dt="2026-03-01T11:26:11.655" v="3690" actId="478"/>
          <ac:grpSpMkLst>
            <pc:docMk/>
            <pc:sldMk cId="745270927" sldId="318"/>
            <ac:grpSpMk id="127" creationId="{6D4341F3-A782-0938-0672-1FEB6173A185}"/>
          </ac:grpSpMkLst>
        </pc:grpChg>
        <pc:grpChg chg="add del mod">
          <ac:chgData name="Ison, Graham" userId="ac16118c-999a-4a17-b03f-82145771d116" providerId="ADAL" clId="{89E08740-6CE0-4755-8F96-DD54D467EE2E}" dt="2026-03-01T11:15:58.733" v="3458" actId="478"/>
          <ac:grpSpMkLst>
            <pc:docMk/>
            <pc:sldMk cId="745270927" sldId="318"/>
            <ac:grpSpMk id="129" creationId="{4C38910F-B895-7C46-FB36-737AA17ABDE1}"/>
          </ac:grpSpMkLst>
        </pc:grpChg>
        <pc:grpChg chg="del mod">
          <ac:chgData name="Ison, Graham" userId="ac16118c-999a-4a17-b03f-82145771d116" providerId="ADAL" clId="{89E08740-6CE0-4755-8F96-DD54D467EE2E}" dt="2026-03-01T11:25:55.344" v="3687" actId="478"/>
          <ac:grpSpMkLst>
            <pc:docMk/>
            <pc:sldMk cId="745270927" sldId="318"/>
            <ac:grpSpMk id="130" creationId="{9230F970-ACE8-7018-08F3-6B4F413FE062}"/>
          </ac:grpSpMkLst>
        </pc:grpChg>
        <pc:grpChg chg="mod">
          <ac:chgData name="Ison, Graham" userId="ac16118c-999a-4a17-b03f-82145771d116" providerId="ADAL" clId="{89E08740-6CE0-4755-8F96-DD54D467EE2E}" dt="2026-03-01T11:16:55.645" v="3564" actId="164"/>
          <ac:grpSpMkLst>
            <pc:docMk/>
            <pc:sldMk cId="745270927" sldId="318"/>
            <ac:grpSpMk id="132" creationId="{D501DA4F-B5A3-3A23-F472-256F4CD80983}"/>
          </ac:grpSpMkLst>
        </pc:grpChg>
        <pc:grpChg chg="mod">
          <ac:chgData name="Ison, Graham" userId="ac16118c-999a-4a17-b03f-82145771d116" providerId="ADAL" clId="{89E08740-6CE0-4755-8F96-DD54D467EE2E}" dt="2026-03-01T11:23:29.715" v="3667" actId="1076"/>
          <ac:grpSpMkLst>
            <pc:docMk/>
            <pc:sldMk cId="745270927" sldId="318"/>
            <ac:grpSpMk id="133" creationId="{13D8B217-1235-DD3E-6955-C95DB00CB950}"/>
          </ac:grpSpMkLst>
        </pc:grpChg>
        <pc:grpChg chg="add mod">
          <ac:chgData name="Ison, Graham" userId="ac16118c-999a-4a17-b03f-82145771d116" providerId="ADAL" clId="{89E08740-6CE0-4755-8F96-DD54D467EE2E}" dt="2026-03-01T11:25:04.728" v="3675"/>
          <ac:grpSpMkLst>
            <pc:docMk/>
            <pc:sldMk cId="745270927" sldId="318"/>
            <ac:grpSpMk id="166" creationId="{4EBD05D0-1A37-5AD9-E612-06A88F385B3F}"/>
          </ac:grpSpMkLst>
        </pc:grpChg>
        <pc:grpChg chg="del mod">
          <ac:chgData name="Ison, Graham" userId="ac16118c-999a-4a17-b03f-82145771d116" providerId="ADAL" clId="{89E08740-6CE0-4755-8F96-DD54D467EE2E}" dt="2026-03-01T12:26:32.575" v="3796" actId="478"/>
          <ac:grpSpMkLst>
            <pc:docMk/>
            <pc:sldMk cId="745270927" sldId="318"/>
            <ac:grpSpMk id="176" creationId="{AA483D5C-2F87-4AA7-3132-EAD88BE201DC}"/>
          </ac:grpSpMkLst>
        </pc:grpChg>
        <pc:cxnChg chg="mod">
          <ac:chgData name="Ison, Graham" userId="ac16118c-999a-4a17-b03f-82145771d116" providerId="ADAL" clId="{89E08740-6CE0-4755-8F96-DD54D467EE2E}" dt="2026-03-01T11:26:11.655" v="3690" actId="478"/>
          <ac:cxnSpMkLst>
            <pc:docMk/>
            <pc:sldMk cId="745270927" sldId="318"/>
            <ac:cxnSpMk id="10" creationId="{6DEC3CAD-D87E-D951-3C70-14196B086794}"/>
          </ac:cxnSpMkLst>
        </pc:cxnChg>
        <pc:cxnChg chg="mod">
          <ac:chgData name="Ison, Graham" userId="ac16118c-999a-4a17-b03f-82145771d116" providerId="ADAL" clId="{89E08740-6CE0-4755-8F96-DD54D467EE2E}" dt="2026-03-01T11:26:11.655" v="3690" actId="478"/>
          <ac:cxnSpMkLst>
            <pc:docMk/>
            <pc:sldMk cId="745270927" sldId="318"/>
            <ac:cxnSpMk id="12" creationId="{859C23CB-A283-2F76-EAD0-17FB846A73CA}"/>
          </ac:cxnSpMkLst>
        </pc:cxnChg>
        <pc:cxnChg chg="add del mod">
          <ac:chgData name="Ison, Graham" userId="ac16118c-999a-4a17-b03f-82145771d116" providerId="ADAL" clId="{89E08740-6CE0-4755-8F96-DD54D467EE2E}" dt="2026-03-01T11:22:58.748" v="3664" actId="14100"/>
          <ac:cxnSpMkLst>
            <pc:docMk/>
            <pc:sldMk cId="745270927" sldId="318"/>
            <ac:cxnSpMk id="13" creationId="{DD397D7E-BC27-8653-5C9C-93D78310551B}"/>
          </ac:cxnSpMkLst>
        </pc:cxnChg>
        <pc:cxnChg chg="add del mod">
          <ac:chgData name="Ison, Graham" userId="ac16118c-999a-4a17-b03f-82145771d116" providerId="ADAL" clId="{89E08740-6CE0-4755-8F96-DD54D467EE2E}" dt="2026-03-01T11:22:02.276" v="3657" actId="1076"/>
          <ac:cxnSpMkLst>
            <pc:docMk/>
            <pc:sldMk cId="745270927" sldId="318"/>
            <ac:cxnSpMk id="15" creationId="{689F3636-E6D7-2017-6B8A-FC21627C2972}"/>
          </ac:cxnSpMkLst>
        </pc:cxnChg>
        <pc:cxnChg chg="mod">
          <ac:chgData name="Ison, Graham" userId="ac16118c-999a-4a17-b03f-82145771d116" providerId="ADAL" clId="{89E08740-6CE0-4755-8F96-DD54D467EE2E}" dt="2026-03-01T11:26:11.655" v="3690" actId="478"/>
          <ac:cxnSpMkLst>
            <pc:docMk/>
            <pc:sldMk cId="745270927" sldId="318"/>
            <ac:cxnSpMk id="17" creationId="{3CB14FBD-ACC3-1A46-678A-1369FE07EE18}"/>
          </ac:cxnSpMkLst>
        </pc:cxnChg>
        <pc:cxnChg chg="mod">
          <ac:chgData name="Ison, Graham" userId="ac16118c-999a-4a17-b03f-82145771d116" providerId="ADAL" clId="{89E08740-6CE0-4755-8F96-DD54D467EE2E}" dt="2026-03-01T11:21:14.319" v="3643" actId="1076"/>
          <ac:cxnSpMkLst>
            <pc:docMk/>
            <pc:sldMk cId="745270927" sldId="318"/>
            <ac:cxnSpMk id="21" creationId="{E3D8EF7B-27F3-6F9D-BDE9-0604A56A4799}"/>
          </ac:cxnSpMkLst>
        </pc:cxnChg>
        <pc:cxnChg chg="mod">
          <ac:chgData name="Ison, Graham" userId="ac16118c-999a-4a17-b03f-82145771d116" providerId="ADAL" clId="{89E08740-6CE0-4755-8F96-DD54D467EE2E}" dt="2026-03-01T11:26:11.655" v="3690" actId="478"/>
          <ac:cxnSpMkLst>
            <pc:docMk/>
            <pc:sldMk cId="745270927" sldId="318"/>
            <ac:cxnSpMk id="29" creationId="{95A3A4BB-9262-BE45-4281-D10861667473}"/>
          </ac:cxnSpMkLst>
        </pc:cxnChg>
        <pc:cxnChg chg="mod">
          <ac:chgData name="Ison, Graham" userId="ac16118c-999a-4a17-b03f-82145771d116" providerId="ADAL" clId="{89E08740-6CE0-4755-8F96-DD54D467EE2E}" dt="2026-03-01T11:19:14.561" v="3604" actId="1076"/>
          <ac:cxnSpMkLst>
            <pc:docMk/>
            <pc:sldMk cId="745270927" sldId="318"/>
            <ac:cxnSpMk id="32" creationId="{F5DF2584-913C-B0FF-80A1-A2B4B89D1A32}"/>
          </ac:cxnSpMkLst>
        </pc:cxnChg>
        <pc:cxnChg chg="mod">
          <ac:chgData name="Ison, Graham" userId="ac16118c-999a-4a17-b03f-82145771d116" providerId="ADAL" clId="{89E08740-6CE0-4755-8F96-DD54D467EE2E}" dt="2026-03-01T11:20:48.519" v="3635" actId="1076"/>
          <ac:cxnSpMkLst>
            <pc:docMk/>
            <pc:sldMk cId="745270927" sldId="318"/>
            <ac:cxnSpMk id="33" creationId="{3406DC4E-888B-8658-410E-D4A9B27A83C2}"/>
          </ac:cxnSpMkLst>
        </pc:cxnChg>
        <pc:cxnChg chg="mod">
          <ac:chgData name="Ison, Graham" userId="ac16118c-999a-4a17-b03f-82145771d116" providerId="ADAL" clId="{89E08740-6CE0-4755-8F96-DD54D467EE2E}" dt="2026-03-01T11:26:11.655" v="3690" actId="478"/>
          <ac:cxnSpMkLst>
            <pc:docMk/>
            <pc:sldMk cId="745270927" sldId="318"/>
            <ac:cxnSpMk id="41" creationId="{F4718013-EF59-8681-C0C1-CE0777E5442D}"/>
          </ac:cxnSpMkLst>
        </pc:cxnChg>
        <pc:cxnChg chg="mod">
          <ac:chgData name="Ison, Graham" userId="ac16118c-999a-4a17-b03f-82145771d116" providerId="ADAL" clId="{89E08740-6CE0-4755-8F96-DD54D467EE2E}" dt="2026-03-01T11:22:28.903" v="3658" actId="478"/>
          <ac:cxnSpMkLst>
            <pc:docMk/>
            <pc:sldMk cId="745270927" sldId="318"/>
            <ac:cxnSpMk id="49" creationId="{2E2CABF5-B0FF-A720-A0F7-B70791A77D7D}"/>
          </ac:cxnSpMkLst>
        </pc:cxnChg>
        <pc:cxnChg chg="del mod">
          <ac:chgData name="Ison, Graham" userId="ac16118c-999a-4a17-b03f-82145771d116" providerId="ADAL" clId="{89E08740-6CE0-4755-8F96-DD54D467EE2E}" dt="2026-03-01T11:21:27.217" v="3646" actId="478"/>
          <ac:cxnSpMkLst>
            <pc:docMk/>
            <pc:sldMk cId="745270927" sldId="318"/>
            <ac:cxnSpMk id="51" creationId="{73259C74-3789-BB81-7C00-F8D561E6903E}"/>
          </ac:cxnSpMkLst>
        </pc:cxnChg>
        <pc:cxnChg chg="del mod">
          <ac:chgData name="Ison, Graham" userId="ac16118c-999a-4a17-b03f-82145771d116" providerId="ADAL" clId="{89E08740-6CE0-4755-8F96-DD54D467EE2E}" dt="2026-03-01T11:20:36.150" v="3630" actId="478"/>
          <ac:cxnSpMkLst>
            <pc:docMk/>
            <pc:sldMk cId="745270927" sldId="318"/>
            <ac:cxnSpMk id="53" creationId="{8505D10D-5F26-F35D-35E3-684C00631E89}"/>
          </ac:cxnSpMkLst>
        </pc:cxnChg>
        <pc:cxnChg chg="mod">
          <ac:chgData name="Ison, Graham" userId="ac16118c-999a-4a17-b03f-82145771d116" providerId="ADAL" clId="{89E08740-6CE0-4755-8F96-DD54D467EE2E}" dt="2026-03-01T11:26:11.655" v="3690" actId="478"/>
          <ac:cxnSpMkLst>
            <pc:docMk/>
            <pc:sldMk cId="745270927" sldId="318"/>
            <ac:cxnSpMk id="59" creationId="{9077DF7B-DAEB-F30A-06B0-72B9C558DBE9}"/>
          </ac:cxnSpMkLst>
        </pc:cxnChg>
        <pc:cxnChg chg="mod">
          <ac:chgData name="Ison, Graham" userId="ac16118c-999a-4a17-b03f-82145771d116" providerId="ADAL" clId="{89E08740-6CE0-4755-8F96-DD54D467EE2E}" dt="2026-03-01T11:26:11.655" v="3690" actId="478"/>
          <ac:cxnSpMkLst>
            <pc:docMk/>
            <pc:sldMk cId="745270927" sldId="318"/>
            <ac:cxnSpMk id="61" creationId="{5FEDC7D1-3386-797C-8550-AA4C3FAAEA7B}"/>
          </ac:cxnSpMkLst>
        </pc:cxnChg>
        <pc:cxnChg chg="mod">
          <ac:chgData name="Ison, Graham" userId="ac16118c-999a-4a17-b03f-82145771d116" providerId="ADAL" clId="{89E08740-6CE0-4755-8F96-DD54D467EE2E}" dt="2026-03-01T11:26:11.655" v="3690" actId="478"/>
          <ac:cxnSpMkLst>
            <pc:docMk/>
            <pc:sldMk cId="745270927" sldId="318"/>
            <ac:cxnSpMk id="66" creationId="{68357120-F236-986A-52FC-B9D75C9A0375}"/>
          </ac:cxnSpMkLst>
        </pc:cxnChg>
        <pc:cxnChg chg="mod">
          <ac:chgData name="Ison, Graham" userId="ac16118c-999a-4a17-b03f-82145771d116" providerId="ADAL" clId="{89E08740-6CE0-4755-8F96-DD54D467EE2E}" dt="2026-03-01T11:15:58.733" v="3458" actId="478"/>
          <ac:cxnSpMkLst>
            <pc:docMk/>
            <pc:sldMk cId="745270927" sldId="318"/>
            <ac:cxnSpMk id="79" creationId="{0E0413DD-E8FB-CD85-A20D-D9F3ECD4D19A}"/>
          </ac:cxnSpMkLst>
        </pc:cxnChg>
        <pc:cxnChg chg="mod">
          <ac:chgData name="Ison, Graham" userId="ac16118c-999a-4a17-b03f-82145771d116" providerId="ADAL" clId="{89E08740-6CE0-4755-8F96-DD54D467EE2E}" dt="2026-03-01T11:15:58.733" v="3458" actId="478"/>
          <ac:cxnSpMkLst>
            <pc:docMk/>
            <pc:sldMk cId="745270927" sldId="318"/>
            <ac:cxnSpMk id="80" creationId="{10094ED2-1470-E15B-4550-F389DD6BDF7C}"/>
          </ac:cxnSpMkLst>
        </pc:cxnChg>
        <pc:cxnChg chg="mod">
          <ac:chgData name="Ison, Graham" userId="ac16118c-999a-4a17-b03f-82145771d116" providerId="ADAL" clId="{89E08740-6CE0-4755-8F96-DD54D467EE2E}" dt="2026-03-01T11:15:58.733" v="3458" actId="478"/>
          <ac:cxnSpMkLst>
            <pc:docMk/>
            <pc:sldMk cId="745270927" sldId="318"/>
            <ac:cxnSpMk id="82" creationId="{5B1B89BD-7872-976D-0F62-28241AD6426C}"/>
          </ac:cxnSpMkLst>
        </pc:cxnChg>
        <pc:cxnChg chg="mod">
          <ac:chgData name="Ison, Graham" userId="ac16118c-999a-4a17-b03f-82145771d116" providerId="ADAL" clId="{89E08740-6CE0-4755-8F96-DD54D467EE2E}" dt="2026-03-01T11:15:58.733" v="3458" actId="478"/>
          <ac:cxnSpMkLst>
            <pc:docMk/>
            <pc:sldMk cId="745270927" sldId="318"/>
            <ac:cxnSpMk id="85" creationId="{8D17411E-D6F5-8843-5C63-E7FCFA15868D}"/>
          </ac:cxnSpMkLst>
        </pc:cxnChg>
        <pc:cxnChg chg="mod">
          <ac:chgData name="Ison, Graham" userId="ac16118c-999a-4a17-b03f-82145771d116" providerId="ADAL" clId="{89E08740-6CE0-4755-8F96-DD54D467EE2E}" dt="2026-03-01T11:15:58.733" v="3458" actId="478"/>
          <ac:cxnSpMkLst>
            <pc:docMk/>
            <pc:sldMk cId="745270927" sldId="318"/>
            <ac:cxnSpMk id="87" creationId="{06DFC4FE-6899-EA4C-D0E7-59C5E5F0C52C}"/>
          </ac:cxnSpMkLst>
        </pc:cxnChg>
        <pc:cxnChg chg="mod">
          <ac:chgData name="Ison, Graham" userId="ac16118c-999a-4a17-b03f-82145771d116" providerId="ADAL" clId="{89E08740-6CE0-4755-8F96-DD54D467EE2E}" dt="2026-03-01T11:15:58.733" v="3458" actId="478"/>
          <ac:cxnSpMkLst>
            <pc:docMk/>
            <pc:sldMk cId="745270927" sldId="318"/>
            <ac:cxnSpMk id="91" creationId="{FA4F15AF-5A5E-ACCC-DB65-FEBE7FCF3ED6}"/>
          </ac:cxnSpMkLst>
        </pc:cxnChg>
        <pc:cxnChg chg="mod">
          <ac:chgData name="Ison, Graham" userId="ac16118c-999a-4a17-b03f-82145771d116" providerId="ADAL" clId="{89E08740-6CE0-4755-8F96-DD54D467EE2E}" dt="2026-03-01T11:15:58.733" v="3458" actId="478"/>
          <ac:cxnSpMkLst>
            <pc:docMk/>
            <pc:sldMk cId="745270927" sldId="318"/>
            <ac:cxnSpMk id="94" creationId="{B8EF7308-CDE3-D220-CEBA-05EFB2BAEB25}"/>
          </ac:cxnSpMkLst>
        </pc:cxnChg>
        <pc:cxnChg chg="mod">
          <ac:chgData name="Ison, Graham" userId="ac16118c-999a-4a17-b03f-82145771d116" providerId="ADAL" clId="{89E08740-6CE0-4755-8F96-DD54D467EE2E}" dt="2026-03-01T11:15:58.733" v="3458" actId="478"/>
          <ac:cxnSpMkLst>
            <pc:docMk/>
            <pc:sldMk cId="745270927" sldId="318"/>
            <ac:cxnSpMk id="98" creationId="{3CB713F1-9DA4-6257-1EE1-020736FA0266}"/>
          </ac:cxnSpMkLst>
        </pc:cxnChg>
        <pc:cxnChg chg="mod">
          <ac:chgData name="Ison, Graham" userId="ac16118c-999a-4a17-b03f-82145771d116" providerId="ADAL" clId="{89E08740-6CE0-4755-8F96-DD54D467EE2E}" dt="2026-03-01T11:25:55.344" v="3687" actId="478"/>
          <ac:cxnSpMkLst>
            <pc:docMk/>
            <pc:sldMk cId="745270927" sldId="318"/>
            <ac:cxnSpMk id="105" creationId="{8A02819E-EAB5-36F1-4FC7-72DB628C5318}"/>
          </ac:cxnSpMkLst>
        </pc:cxnChg>
        <pc:cxnChg chg="mod">
          <ac:chgData name="Ison, Graham" userId="ac16118c-999a-4a17-b03f-82145771d116" providerId="ADAL" clId="{89E08740-6CE0-4755-8F96-DD54D467EE2E}" dt="2026-03-01T11:25:55.344" v="3687" actId="478"/>
          <ac:cxnSpMkLst>
            <pc:docMk/>
            <pc:sldMk cId="745270927" sldId="318"/>
            <ac:cxnSpMk id="106" creationId="{6DB937BD-8261-D44C-9FF8-DC53E1BF9196}"/>
          </ac:cxnSpMkLst>
        </pc:cxnChg>
        <pc:cxnChg chg="mod">
          <ac:chgData name="Ison, Graham" userId="ac16118c-999a-4a17-b03f-82145771d116" providerId="ADAL" clId="{89E08740-6CE0-4755-8F96-DD54D467EE2E}" dt="2026-03-01T11:25:55.344" v="3687" actId="478"/>
          <ac:cxnSpMkLst>
            <pc:docMk/>
            <pc:sldMk cId="745270927" sldId="318"/>
            <ac:cxnSpMk id="108" creationId="{47D0EBA3-843D-6CC9-0B23-477A7D04F376}"/>
          </ac:cxnSpMkLst>
        </pc:cxnChg>
        <pc:cxnChg chg="mod">
          <ac:chgData name="Ison, Graham" userId="ac16118c-999a-4a17-b03f-82145771d116" providerId="ADAL" clId="{89E08740-6CE0-4755-8F96-DD54D467EE2E}" dt="2026-03-01T11:25:55.344" v="3687" actId="478"/>
          <ac:cxnSpMkLst>
            <pc:docMk/>
            <pc:sldMk cId="745270927" sldId="318"/>
            <ac:cxnSpMk id="111" creationId="{4F56A570-F83B-778E-852E-D226714EA9C9}"/>
          </ac:cxnSpMkLst>
        </pc:cxnChg>
        <pc:cxnChg chg="mod">
          <ac:chgData name="Ison, Graham" userId="ac16118c-999a-4a17-b03f-82145771d116" providerId="ADAL" clId="{89E08740-6CE0-4755-8F96-DD54D467EE2E}" dt="2026-03-01T11:25:55.344" v="3687" actId="478"/>
          <ac:cxnSpMkLst>
            <pc:docMk/>
            <pc:sldMk cId="745270927" sldId="318"/>
            <ac:cxnSpMk id="113" creationId="{A674B5FC-C21A-6193-A008-86DD5BEF4D17}"/>
          </ac:cxnSpMkLst>
        </pc:cxnChg>
        <pc:cxnChg chg="mod">
          <ac:chgData name="Ison, Graham" userId="ac16118c-999a-4a17-b03f-82145771d116" providerId="ADAL" clId="{89E08740-6CE0-4755-8F96-DD54D467EE2E}" dt="2026-03-01T11:25:55.344" v="3687" actId="478"/>
          <ac:cxnSpMkLst>
            <pc:docMk/>
            <pc:sldMk cId="745270927" sldId="318"/>
            <ac:cxnSpMk id="117" creationId="{B72CBB1A-2A39-F0D2-66F9-235FBC47453C}"/>
          </ac:cxnSpMkLst>
        </pc:cxnChg>
        <pc:cxnChg chg="mod">
          <ac:chgData name="Ison, Graham" userId="ac16118c-999a-4a17-b03f-82145771d116" providerId="ADAL" clId="{89E08740-6CE0-4755-8F96-DD54D467EE2E}" dt="2026-03-01T11:25:55.344" v="3687" actId="478"/>
          <ac:cxnSpMkLst>
            <pc:docMk/>
            <pc:sldMk cId="745270927" sldId="318"/>
            <ac:cxnSpMk id="119" creationId="{84B3F7CB-AA4A-EC8E-7EC9-1DC844925C34}"/>
          </ac:cxnSpMkLst>
        </pc:cxnChg>
        <pc:cxnChg chg="mod">
          <ac:chgData name="Ison, Graham" userId="ac16118c-999a-4a17-b03f-82145771d116" providerId="ADAL" clId="{89E08740-6CE0-4755-8F96-DD54D467EE2E}" dt="2026-03-01T11:25:55.344" v="3687" actId="478"/>
          <ac:cxnSpMkLst>
            <pc:docMk/>
            <pc:sldMk cId="745270927" sldId="318"/>
            <ac:cxnSpMk id="123" creationId="{F9D6C3EA-E27F-5BE2-A603-B4065B7CD70C}"/>
          </ac:cxnSpMkLst>
        </pc:cxnChg>
        <pc:cxnChg chg="mod">
          <ac:chgData name="Ison, Graham" userId="ac16118c-999a-4a17-b03f-82145771d116" providerId="ADAL" clId="{89E08740-6CE0-4755-8F96-DD54D467EE2E}" dt="2026-03-01T11:25:04.728" v="3675"/>
          <ac:cxnSpMkLst>
            <pc:docMk/>
            <pc:sldMk cId="745270927" sldId="318"/>
            <ac:cxnSpMk id="169" creationId="{C5D20B22-4854-7F69-2F45-2F612F2B0B60}"/>
          </ac:cxnSpMkLst>
        </pc:cxnChg>
        <pc:cxnChg chg="mod">
          <ac:chgData name="Ison, Graham" userId="ac16118c-999a-4a17-b03f-82145771d116" providerId="ADAL" clId="{89E08740-6CE0-4755-8F96-DD54D467EE2E}" dt="2026-03-01T11:25:04.728" v="3675"/>
          <ac:cxnSpMkLst>
            <pc:docMk/>
            <pc:sldMk cId="745270927" sldId="318"/>
            <ac:cxnSpMk id="171" creationId="{6738EBC2-0BFF-930E-EA98-E957D4B7B773}"/>
          </ac:cxnSpMkLst>
        </pc:cxnChg>
        <pc:cxnChg chg="mod">
          <ac:chgData name="Ison, Graham" userId="ac16118c-999a-4a17-b03f-82145771d116" providerId="ADAL" clId="{89E08740-6CE0-4755-8F96-DD54D467EE2E}" dt="2026-03-01T11:25:04.728" v="3675"/>
          <ac:cxnSpMkLst>
            <pc:docMk/>
            <pc:sldMk cId="745270927" sldId="318"/>
            <ac:cxnSpMk id="173" creationId="{186534AA-BC31-6113-3210-38FCA802F813}"/>
          </ac:cxnSpMkLst>
        </pc:cxnChg>
        <pc:cxnChg chg="mod">
          <ac:chgData name="Ison, Graham" userId="ac16118c-999a-4a17-b03f-82145771d116" providerId="ADAL" clId="{89E08740-6CE0-4755-8F96-DD54D467EE2E}" dt="2026-03-01T12:26:32.575" v="3796" actId="478"/>
          <ac:cxnSpMkLst>
            <pc:docMk/>
            <pc:sldMk cId="745270927" sldId="318"/>
            <ac:cxnSpMk id="182" creationId="{32D44A4E-829E-B9CF-046F-21B639E99D36}"/>
          </ac:cxnSpMkLst>
        </pc:cxnChg>
        <pc:cxnChg chg="mod">
          <ac:chgData name="Ison, Graham" userId="ac16118c-999a-4a17-b03f-82145771d116" providerId="ADAL" clId="{89E08740-6CE0-4755-8F96-DD54D467EE2E}" dt="2026-03-01T12:26:32.575" v="3796" actId="478"/>
          <ac:cxnSpMkLst>
            <pc:docMk/>
            <pc:sldMk cId="745270927" sldId="318"/>
            <ac:cxnSpMk id="184" creationId="{06062EE8-C82E-3AB6-6478-205A34F99C33}"/>
          </ac:cxnSpMkLst>
        </pc:cxnChg>
        <pc:cxnChg chg="mod">
          <ac:chgData name="Ison, Graham" userId="ac16118c-999a-4a17-b03f-82145771d116" providerId="ADAL" clId="{89E08740-6CE0-4755-8F96-DD54D467EE2E}" dt="2026-03-01T12:26:32.575" v="3796" actId="478"/>
          <ac:cxnSpMkLst>
            <pc:docMk/>
            <pc:sldMk cId="745270927" sldId="318"/>
            <ac:cxnSpMk id="188" creationId="{AE3FC352-43A2-19C9-E062-3F75B91FF67D}"/>
          </ac:cxnSpMkLst>
        </pc:cxnChg>
        <pc:cxnChg chg="mod">
          <ac:chgData name="Ison, Graham" userId="ac16118c-999a-4a17-b03f-82145771d116" providerId="ADAL" clId="{89E08740-6CE0-4755-8F96-DD54D467EE2E}" dt="2026-03-01T12:26:32.575" v="3796" actId="478"/>
          <ac:cxnSpMkLst>
            <pc:docMk/>
            <pc:sldMk cId="745270927" sldId="318"/>
            <ac:cxnSpMk id="190" creationId="{1EBCDDA3-3989-BC15-8B1E-34AE74214F3F}"/>
          </ac:cxnSpMkLst>
        </pc:cxnChg>
        <pc:cxnChg chg="mod">
          <ac:chgData name="Ison, Graham" userId="ac16118c-999a-4a17-b03f-82145771d116" providerId="ADAL" clId="{89E08740-6CE0-4755-8F96-DD54D467EE2E}" dt="2026-03-01T12:26:32.575" v="3796" actId="478"/>
          <ac:cxnSpMkLst>
            <pc:docMk/>
            <pc:sldMk cId="745270927" sldId="318"/>
            <ac:cxnSpMk id="192" creationId="{BE9A48D3-0754-611B-86C7-8AC60C08F0C9}"/>
          </ac:cxnSpMkLst>
        </pc:cxnChg>
        <pc:cxnChg chg="mod">
          <ac:chgData name="Ison, Graham" userId="ac16118c-999a-4a17-b03f-82145771d116" providerId="ADAL" clId="{89E08740-6CE0-4755-8F96-DD54D467EE2E}" dt="2026-03-01T12:26:32.575" v="3796" actId="478"/>
          <ac:cxnSpMkLst>
            <pc:docMk/>
            <pc:sldMk cId="745270927" sldId="318"/>
            <ac:cxnSpMk id="194" creationId="{C3C09346-4FD6-B4C0-C5BD-8935AC65317C}"/>
          </ac:cxnSpMkLst>
        </pc:cxnChg>
        <pc:cxnChg chg="mod">
          <ac:chgData name="Ison, Graham" userId="ac16118c-999a-4a17-b03f-82145771d116" providerId="ADAL" clId="{89E08740-6CE0-4755-8F96-DD54D467EE2E}" dt="2026-03-01T12:26:32.575" v="3796" actId="478"/>
          <ac:cxnSpMkLst>
            <pc:docMk/>
            <pc:sldMk cId="745270927" sldId="318"/>
            <ac:cxnSpMk id="196" creationId="{B30BF71D-F045-E6CF-6863-20E4DEB8AC26}"/>
          </ac:cxnSpMkLst>
        </pc:cxnChg>
        <pc:cxnChg chg="mod">
          <ac:chgData name="Ison, Graham" userId="ac16118c-999a-4a17-b03f-82145771d116" providerId="ADAL" clId="{89E08740-6CE0-4755-8F96-DD54D467EE2E}" dt="2026-03-01T12:26:32.575" v="3796" actId="478"/>
          <ac:cxnSpMkLst>
            <pc:docMk/>
            <pc:sldMk cId="745270927" sldId="318"/>
            <ac:cxnSpMk id="198" creationId="{25DBF74B-52D4-2456-BBBF-9721CBB079FA}"/>
          </ac:cxnSpMkLst>
        </pc:cxnChg>
        <pc:cxnChg chg="mod">
          <ac:chgData name="Ison, Graham" userId="ac16118c-999a-4a17-b03f-82145771d116" providerId="ADAL" clId="{89E08740-6CE0-4755-8F96-DD54D467EE2E}" dt="2026-03-01T12:26:32.575" v="3796" actId="478"/>
          <ac:cxnSpMkLst>
            <pc:docMk/>
            <pc:sldMk cId="745270927" sldId="318"/>
            <ac:cxnSpMk id="199" creationId="{405D1F83-11CD-4770-B871-108D425707E9}"/>
          </ac:cxnSpMkLst>
        </pc:cxnChg>
      </pc:sldChg>
      <pc:sldChg chg="addSp delSp modSp mod modNotesTx">
        <pc:chgData name="Ison, Graham" userId="ac16118c-999a-4a17-b03f-82145771d116" providerId="ADAL" clId="{89E08740-6CE0-4755-8F96-DD54D467EE2E}" dt="2026-03-01T19:25:01.457" v="7240" actId="13926"/>
        <pc:sldMkLst>
          <pc:docMk/>
          <pc:sldMk cId="3433449061" sldId="324"/>
        </pc:sldMkLst>
        <pc:spChg chg="mod">
          <ac:chgData name="Ison, Graham" userId="ac16118c-999a-4a17-b03f-82145771d116" providerId="ADAL" clId="{89E08740-6CE0-4755-8F96-DD54D467EE2E}" dt="2026-03-01T18:22:05.640" v="6731" actId="20577"/>
          <ac:spMkLst>
            <pc:docMk/>
            <pc:sldMk cId="3433449061" sldId="324"/>
            <ac:spMk id="2" creationId="{492167A0-D444-8401-311B-78A2CECCCCA1}"/>
          </ac:spMkLst>
        </pc:spChg>
        <pc:spChg chg="mod">
          <ac:chgData name="Ison, Graham" userId="ac16118c-999a-4a17-b03f-82145771d116" providerId="ADAL" clId="{89E08740-6CE0-4755-8F96-DD54D467EE2E}" dt="2026-03-01T19:25:01.457" v="7240" actId="13926"/>
          <ac:spMkLst>
            <pc:docMk/>
            <pc:sldMk cId="3433449061" sldId="324"/>
            <ac:spMk id="5" creationId="{C1BA7A40-782F-4A2A-9328-ADC0DAF9EB35}"/>
          </ac:spMkLst>
        </pc:spChg>
        <pc:picChg chg="add mod">
          <ac:chgData name="Ison, Graham" userId="ac16118c-999a-4a17-b03f-82145771d116" providerId="ADAL" clId="{89E08740-6CE0-4755-8F96-DD54D467EE2E}" dt="2026-03-01T19:19:57.456" v="6937" actId="1076"/>
          <ac:picMkLst>
            <pc:docMk/>
            <pc:sldMk cId="3433449061" sldId="324"/>
            <ac:picMk id="4" creationId="{EE070A91-0010-1759-36A7-D379E352E6CB}"/>
          </ac:picMkLst>
        </pc:picChg>
        <pc:picChg chg="add mod">
          <ac:chgData name="Ison, Graham" userId="ac16118c-999a-4a17-b03f-82145771d116" providerId="ADAL" clId="{89E08740-6CE0-4755-8F96-DD54D467EE2E}" dt="2026-03-01T19:15:52.627" v="6902" actId="931"/>
          <ac:picMkLst>
            <pc:docMk/>
            <pc:sldMk cId="3433449061" sldId="324"/>
            <ac:picMk id="7" creationId="{67805316-0898-A2A6-599F-BEF8E13CC406}"/>
          </ac:picMkLst>
        </pc:picChg>
        <pc:picChg chg="add del mod">
          <ac:chgData name="Ison, Graham" userId="ac16118c-999a-4a17-b03f-82145771d116" providerId="ADAL" clId="{89E08740-6CE0-4755-8F96-DD54D467EE2E}" dt="2026-03-01T19:18:55.987" v="6928" actId="478"/>
          <ac:picMkLst>
            <pc:docMk/>
            <pc:sldMk cId="3433449061" sldId="324"/>
            <ac:picMk id="9" creationId="{1590F991-A4CD-9E9D-F7F6-A26DD3AA5000}"/>
          </ac:picMkLst>
        </pc:picChg>
        <pc:picChg chg="add del mod">
          <ac:chgData name="Ison, Graham" userId="ac16118c-999a-4a17-b03f-82145771d116" providerId="ADAL" clId="{89E08740-6CE0-4755-8F96-DD54D467EE2E}" dt="2026-03-01T19:19:00.130" v="6929" actId="478"/>
          <ac:picMkLst>
            <pc:docMk/>
            <pc:sldMk cId="3433449061" sldId="324"/>
            <ac:picMk id="11" creationId="{34542604-44BA-81B6-DA30-EEC6F175CEFC}"/>
          </ac:picMkLst>
        </pc:picChg>
        <pc:picChg chg="add mod">
          <ac:chgData name="Ison, Graham" userId="ac16118c-999a-4a17-b03f-82145771d116" providerId="ADAL" clId="{89E08740-6CE0-4755-8F96-DD54D467EE2E}" dt="2026-03-01T19:20:16.331" v="6962" actId="14100"/>
          <ac:picMkLst>
            <pc:docMk/>
            <pc:sldMk cId="3433449061" sldId="324"/>
            <ac:picMk id="13" creationId="{FE0E27CC-4A83-FE59-9D7F-7F8095BA080D}"/>
          </ac:picMkLst>
        </pc:picChg>
      </pc:sldChg>
      <pc:sldChg chg="addSp delSp modSp mod modNotesTx">
        <pc:chgData name="Ison, Graham" userId="ac16118c-999a-4a17-b03f-82145771d116" providerId="ADAL" clId="{89E08740-6CE0-4755-8F96-DD54D467EE2E}" dt="2026-03-01T17:20:36.808" v="6578" actId="20577"/>
        <pc:sldMkLst>
          <pc:docMk/>
          <pc:sldMk cId="617684817" sldId="325"/>
        </pc:sldMkLst>
        <pc:spChg chg="add del mod">
          <ac:chgData name="Ison, Graham" userId="ac16118c-999a-4a17-b03f-82145771d116" providerId="ADAL" clId="{89E08740-6CE0-4755-8F96-DD54D467EE2E}" dt="2026-03-01T15:53:46.559" v="4508"/>
          <ac:spMkLst>
            <pc:docMk/>
            <pc:sldMk cId="617684817" sldId="325"/>
            <ac:spMk id="4" creationId="{9FF0F175-8314-63B9-7CE4-F325B2AADFBF}"/>
          </ac:spMkLst>
        </pc:spChg>
        <pc:spChg chg="mod">
          <ac:chgData name="Ison, Graham" userId="ac16118c-999a-4a17-b03f-82145771d116" providerId="ADAL" clId="{89E08740-6CE0-4755-8F96-DD54D467EE2E}" dt="2026-03-01T16:33:05.343" v="5363" actId="20577"/>
          <ac:spMkLst>
            <pc:docMk/>
            <pc:sldMk cId="617684817" sldId="325"/>
            <ac:spMk id="5" creationId="{C1BA7A40-782F-4A2A-9328-ADC0DAF9EB35}"/>
          </ac:spMkLst>
        </pc:spChg>
        <pc:spChg chg="add mod ord">
          <ac:chgData name="Ison, Graham" userId="ac16118c-999a-4a17-b03f-82145771d116" providerId="ADAL" clId="{89E08740-6CE0-4755-8F96-DD54D467EE2E}" dt="2026-03-01T17:20:36.808" v="6578" actId="20577"/>
          <ac:spMkLst>
            <pc:docMk/>
            <pc:sldMk cId="617684817" sldId="325"/>
            <ac:spMk id="6" creationId="{F609E3ED-4871-AF97-19D1-86F66CCDD8D2}"/>
          </ac:spMkLst>
        </pc:spChg>
        <pc:picChg chg="del mod">
          <ac:chgData name="Ison, Graham" userId="ac16118c-999a-4a17-b03f-82145771d116" providerId="ADAL" clId="{89E08740-6CE0-4755-8F96-DD54D467EE2E}" dt="2026-03-01T16:21:13.720" v="4868" actId="478"/>
          <ac:picMkLst>
            <pc:docMk/>
            <pc:sldMk cId="617684817" sldId="325"/>
            <ac:picMk id="3" creationId="{EA64EAB3-B451-29AA-D2EA-98CF426A9AB8}"/>
          </ac:picMkLst>
        </pc:picChg>
      </pc:sldChg>
      <pc:sldChg chg="modSp mod">
        <pc:chgData name="Ison, Graham" userId="ac16118c-999a-4a17-b03f-82145771d116" providerId="ADAL" clId="{89E08740-6CE0-4755-8F96-DD54D467EE2E}" dt="2026-03-01T15:51:08.878" v="4492" actId="207"/>
        <pc:sldMkLst>
          <pc:docMk/>
          <pc:sldMk cId="2935123935" sldId="334"/>
        </pc:sldMkLst>
        <pc:spChg chg="mod">
          <ac:chgData name="Ison, Graham" userId="ac16118c-999a-4a17-b03f-82145771d116" providerId="ADAL" clId="{89E08740-6CE0-4755-8F96-DD54D467EE2E}" dt="2026-03-01T15:51:07.990" v="4490" actId="207"/>
          <ac:spMkLst>
            <pc:docMk/>
            <pc:sldMk cId="2935123935" sldId="334"/>
            <ac:spMk id="15" creationId="{3E341FC6-8021-7666-3D19-A47A6FED005A}"/>
          </ac:spMkLst>
        </pc:spChg>
        <pc:spChg chg="mod">
          <ac:chgData name="Ison, Graham" userId="ac16118c-999a-4a17-b03f-82145771d116" providerId="ADAL" clId="{89E08740-6CE0-4755-8F96-DD54D467EE2E}" dt="2026-03-01T15:51:08.878" v="4492" actId="207"/>
          <ac:spMkLst>
            <pc:docMk/>
            <pc:sldMk cId="2935123935" sldId="334"/>
            <ac:spMk id="17" creationId="{9A685DB1-5354-326A-2C3E-679605BC5180}"/>
          </ac:spMkLst>
        </pc:spChg>
        <pc:spChg chg="mod">
          <ac:chgData name="Ison, Graham" userId="ac16118c-999a-4a17-b03f-82145771d116" providerId="ADAL" clId="{89E08740-6CE0-4755-8F96-DD54D467EE2E}" dt="2026-03-01T15:51:08.478" v="4491" actId="207"/>
          <ac:spMkLst>
            <pc:docMk/>
            <pc:sldMk cId="2935123935" sldId="334"/>
            <ac:spMk id="18" creationId="{94AA91F6-BE1F-78D2-4209-F7E9B99EA831}"/>
          </ac:spMkLst>
        </pc:spChg>
        <pc:spChg chg="mod">
          <ac:chgData name="Ison, Graham" userId="ac16118c-999a-4a17-b03f-82145771d116" providerId="ADAL" clId="{89E08740-6CE0-4755-8F96-DD54D467EE2E}" dt="2026-03-01T15:51:07.285" v="4489" actId="207"/>
          <ac:spMkLst>
            <pc:docMk/>
            <pc:sldMk cId="2935123935" sldId="334"/>
            <ac:spMk id="19" creationId="{8890D3CC-50AC-D54D-4B86-7617807A54CC}"/>
          </ac:spMkLst>
        </pc:spChg>
      </pc:sldChg>
      <pc:sldChg chg="addSp delSp modSp new del mod ord modAnim">
        <pc:chgData name="Ison, Graham" userId="ac16118c-999a-4a17-b03f-82145771d116" providerId="ADAL" clId="{89E08740-6CE0-4755-8F96-DD54D467EE2E}" dt="2026-03-01T12:26:54.851" v="3798" actId="47"/>
        <pc:sldMkLst>
          <pc:docMk/>
          <pc:sldMk cId="121439546" sldId="338"/>
        </pc:sldMkLst>
        <pc:spChg chg="add mod">
          <ac:chgData name="Ison, Graham" userId="ac16118c-999a-4a17-b03f-82145771d116" providerId="ADAL" clId="{89E08740-6CE0-4755-8F96-DD54D467EE2E}" dt="2026-03-01T06:45:10.075" v="408" actId="14100"/>
          <ac:spMkLst>
            <pc:docMk/>
            <pc:sldMk cId="121439546" sldId="338"/>
            <ac:spMk id="4" creationId="{C0F31C5C-7418-B9E8-2C18-0A3A79FBE635}"/>
          </ac:spMkLst>
        </pc:spChg>
        <pc:spChg chg="add mod">
          <ac:chgData name="Ison, Graham" userId="ac16118c-999a-4a17-b03f-82145771d116" providerId="ADAL" clId="{89E08740-6CE0-4755-8F96-DD54D467EE2E}" dt="2026-03-01T06:38:11.918" v="270"/>
          <ac:spMkLst>
            <pc:docMk/>
            <pc:sldMk cId="121439546" sldId="338"/>
            <ac:spMk id="7" creationId="{FC01276E-656D-424A-0726-FC68D039F8E9}"/>
          </ac:spMkLst>
        </pc:spChg>
        <pc:spChg chg="add mod">
          <ac:chgData name="Ison, Graham" userId="ac16118c-999a-4a17-b03f-82145771d116" providerId="ADAL" clId="{89E08740-6CE0-4755-8F96-DD54D467EE2E}" dt="2026-03-01T06:38:11.918" v="270"/>
          <ac:spMkLst>
            <pc:docMk/>
            <pc:sldMk cId="121439546" sldId="338"/>
            <ac:spMk id="9" creationId="{3D4E91A4-E2F6-EA3B-ACA1-5934C573BCF0}"/>
          </ac:spMkLst>
        </pc:spChg>
        <pc:spChg chg="add mod">
          <ac:chgData name="Ison, Graham" userId="ac16118c-999a-4a17-b03f-82145771d116" providerId="ADAL" clId="{89E08740-6CE0-4755-8F96-DD54D467EE2E}" dt="2026-03-01T06:38:11.918" v="270"/>
          <ac:spMkLst>
            <pc:docMk/>
            <pc:sldMk cId="121439546" sldId="338"/>
            <ac:spMk id="11" creationId="{A7C85B55-0922-75DD-AF71-01EB088DCC0E}"/>
          </ac:spMkLst>
        </pc:spChg>
        <pc:spChg chg="add mod">
          <ac:chgData name="Ison, Graham" userId="ac16118c-999a-4a17-b03f-82145771d116" providerId="ADAL" clId="{89E08740-6CE0-4755-8F96-DD54D467EE2E}" dt="2026-03-01T06:38:11.918" v="270"/>
          <ac:spMkLst>
            <pc:docMk/>
            <pc:sldMk cId="121439546" sldId="338"/>
            <ac:spMk id="13" creationId="{F458A6B8-D877-CB2F-761C-62B61616875D}"/>
          </ac:spMkLst>
        </pc:spChg>
        <pc:spChg chg="add mod">
          <ac:chgData name="Ison, Graham" userId="ac16118c-999a-4a17-b03f-82145771d116" providerId="ADAL" clId="{89E08740-6CE0-4755-8F96-DD54D467EE2E}" dt="2026-03-01T06:38:11.918" v="270"/>
          <ac:spMkLst>
            <pc:docMk/>
            <pc:sldMk cId="121439546" sldId="338"/>
            <ac:spMk id="15" creationId="{64340373-F612-77CC-14D8-D536F7052EDB}"/>
          </ac:spMkLst>
        </pc:spChg>
        <pc:spChg chg="add mod">
          <ac:chgData name="Ison, Graham" userId="ac16118c-999a-4a17-b03f-82145771d116" providerId="ADAL" clId="{89E08740-6CE0-4755-8F96-DD54D467EE2E}" dt="2026-03-01T06:38:11.918" v="270"/>
          <ac:spMkLst>
            <pc:docMk/>
            <pc:sldMk cId="121439546" sldId="338"/>
            <ac:spMk id="17" creationId="{7439D4B4-DD24-32CF-0BF9-23E1CCB7F210}"/>
          </ac:spMkLst>
        </pc:spChg>
        <pc:spChg chg="add mod">
          <ac:chgData name="Ison, Graham" userId="ac16118c-999a-4a17-b03f-82145771d116" providerId="ADAL" clId="{89E08740-6CE0-4755-8F96-DD54D467EE2E}" dt="2026-03-01T06:38:11.918" v="270"/>
          <ac:spMkLst>
            <pc:docMk/>
            <pc:sldMk cId="121439546" sldId="338"/>
            <ac:spMk id="19" creationId="{FACD57B6-93E7-0303-D1E8-B3BDE5657272}"/>
          </ac:spMkLst>
        </pc:spChg>
        <pc:spChg chg="add mod ord">
          <ac:chgData name="Ison, Graham" userId="ac16118c-999a-4a17-b03f-82145771d116" providerId="ADAL" clId="{89E08740-6CE0-4755-8F96-DD54D467EE2E}" dt="2026-03-01T06:42:59.674" v="406" actId="166"/>
          <ac:spMkLst>
            <pc:docMk/>
            <pc:sldMk cId="121439546" sldId="338"/>
            <ac:spMk id="20" creationId="{9100EC89-2A62-4A9F-BA61-B6023175AA6B}"/>
          </ac:spMkLst>
        </pc:spChg>
        <pc:spChg chg="add del mod">
          <ac:chgData name="Ison, Graham" userId="ac16118c-999a-4a17-b03f-82145771d116" providerId="ADAL" clId="{89E08740-6CE0-4755-8F96-DD54D467EE2E}" dt="2026-03-01T06:42:37.641" v="403" actId="478"/>
          <ac:spMkLst>
            <pc:docMk/>
            <pc:sldMk cId="121439546" sldId="338"/>
            <ac:spMk id="21" creationId="{D9C442CD-0838-571C-0CA8-E56D788DC7CC}"/>
          </ac:spMkLst>
        </pc:spChg>
        <pc:spChg chg="add mod">
          <ac:chgData name="Ison, Graham" userId="ac16118c-999a-4a17-b03f-82145771d116" providerId="ADAL" clId="{89E08740-6CE0-4755-8F96-DD54D467EE2E}" dt="2026-03-01T06:40:30.728" v="284" actId="1076"/>
          <ac:spMkLst>
            <pc:docMk/>
            <pc:sldMk cId="121439546" sldId="338"/>
            <ac:spMk id="24" creationId="{255915E3-A148-A9D8-9379-34C9EFC11F4A}"/>
          </ac:spMkLst>
        </pc:spChg>
        <pc:cxnChg chg="mod">
          <ac:chgData name="Ison, Graham" userId="ac16118c-999a-4a17-b03f-82145771d116" providerId="ADAL" clId="{89E08740-6CE0-4755-8F96-DD54D467EE2E}" dt="2026-03-01T06:39:04.638" v="277" actId="14100"/>
          <ac:cxnSpMkLst>
            <pc:docMk/>
            <pc:sldMk cId="121439546" sldId="338"/>
            <ac:cxnSpMk id="10" creationId="{B2972D2D-4296-E05A-C181-DC0B16FAC72B}"/>
          </ac:cxnSpMkLst>
        </pc:cxnChg>
        <pc:cxnChg chg="add mod">
          <ac:chgData name="Ison, Graham" userId="ac16118c-999a-4a17-b03f-82145771d116" providerId="ADAL" clId="{89E08740-6CE0-4755-8F96-DD54D467EE2E}" dt="2026-03-01T06:41:05.529" v="289" actId="14100"/>
          <ac:cxnSpMkLst>
            <pc:docMk/>
            <pc:sldMk cId="121439546" sldId="338"/>
            <ac:cxnSpMk id="22" creationId="{E46A4997-2F45-0445-A3B3-A562B05040B1}"/>
          </ac:cxnSpMkLst>
        </pc:cxnChg>
        <pc:cxnChg chg="add mod">
          <ac:chgData name="Ison, Graham" userId="ac16118c-999a-4a17-b03f-82145771d116" providerId="ADAL" clId="{89E08740-6CE0-4755-8F96-DD54D467EE2E}" dt="2026-03-01T06:41:01.285" v="288" actId="14100"/>
          <ac:cxnSpMkLst>
            <pc:docMk/>
            <pc:sldMk cId="121439546" sldId="338"/>
            <ac:cxnSpMk id="25" creationId="{D5B5695A-4C0D-F94E-9CE2-A8BE1CCCF254}"/>
          </ac:cxnSpMkLst>
        </pc:cxnChg>
      </pc:sldChg>
      <pc:sldChg chg="new del ord">
        <pc:chgData name="Ison, Graham" userId="ac16118c-999a-4a17-b03f-82145771d116" providerId="ADAL" clId="{89E08740-6CE0-4755-8F96-DD54D467EE2E}" dt="2026-03-01T12:26:58.399" v="3800" actId="47"/>
        <pc:sldMkLst>
          <pc:docMk/>
          <pc:sldMk cId="2572808201" sldId="339"/>
        </pc:sldMkLst>
      </pc:sldChg>
      <pc:sldChg chg="addSp delSp modSp add mod ord modAnim modNotesTx">
        <pc:chgData name="Ison, Graham" userId="ac16118c-999a-4a17-b03f-82145771d116" providerId="ADAL" clId="{89E08740-6CE0-4755-8F96-DD54D467EE2E}" dt="2026-03-01T15:28:53.623" v="4082" actId="20577"/>
        <pc:sldMkLst>
          <pc:docMk/>
          <pc:sldMk cId="790921969" sldId="340"/>
        </pc:sldMkLst>
        <pc:spChg chg="add mod">
          <ac:chgData name="Ison, Graham" userId="ac16118c-999a-4a17-b03f-82145771d116" providerId="ADAL" clId="{89E08740-6CE0-4755-8F96-DD54D467EE2E}" dt="2026-03-01T06:45:52.394" v="411"/>
          <ac:spMkLst>
            <pc:docMk/>
            <pc:sldMk cId="790921969" sldId="340"/>
            <ac:spMk id="3" creationId="{334FB728-A025-74EB-4598-CAEAA28D5EFD}"/>
          </ac:spMkLst>
        </pc:spChg>
        <pc:spChg chg="add mod">
          <ac:chgData name="Ison, Graham" userId="ac16118c-999a-4a17-b03f-82145771d116" providerId="ADAL" clId="{89E08740-6CE0-4755-8F96-DD54D467EE2E}" dt="2026-03-01T06:45:52.394" v="411"/>
          <ac:spMkLst>
            <pc:docMk/>
            <pc:sldMk cId="790921969" sldId="340"/>
            <ac:spMk id="6" creationId="{72FCFD58-8F57-A970-5AF5-03DA7669C218}"/>
          </ac:spMkLst>
        </pc:spChg>
        <pc:spChg chg="add mod">
          <ac:chgData name="Ison, Graham" userId="ac16118c-999a-4a17-b03f-82145771d116" providerId="ADAL" clId="{89E08740-6CE0-4755-8F96-DD54D467EE2E}" dt="2026-03-01T06:45:52.394" v="411"/>
          <ac:spMkLst>
            <pc:docMk/>
            <pc:sldMk cId="790921969" sldId="340"/>
            <ac:spMk id="13" creationId="{796A4084-37D9-6E61-38A8-1D5A3AB20FF3}"/>
          </ac:spMkLst>
        </pc:spChg>
        <pc:spChg chg="del">
          <ac:chgData name="Ison, Graham" userId="ac16118c-999a-4a17-b03f-82145771d116" providerId="ADAL" clId="{89E08740-6CE0-4755-8F96-DD54D467EE2E}" dt="2026-03-01T06:47:23.456" v="412" actId="478"/>
          <ac:spMkLst>
            <pc:docMk/>
            <pc:sldMk cId="790921969" sldId="340"/>
            <ac:spMk id="14" creationId="{4C2AC4EE-DF13-7172-D4E7-C1E964072E13}"/>
          </ac:spMkLst>
        </pc:spChg>
        <pc:spChg chg="del">
          <ac:chgData name="Ison, Graham" userId="ac16118c-999a-4a17-b03f-82145771d116" providerId="ADAL" clId="{89E08740-6CE0-4755-8F96-DD54D467EE2E}" dt="2026-03-01T06:47:23.456" v="412" actId="478"/>
          <ac:spMkLst>
            <pc:docMk/>
            <pc:sldMk cId="790921969" sldId="340"/>
            <ac:spMk id="15" creationId="{B2176A19-FE05-E80C-281D-311C26765596}"/>
          </ac:spMkLst>
        </pc:spChg>
        <pc:spChg chg="add mod">
          <ac:chgData name="Ison, Graham" userId="ac16118c-999a-4a17-b03f-82145771d116" providerId="ADAL" clId="{89E08740-6CE0-4755-8F96-DD54D467EE2E}" dt="2026-03-01T06:45:52.394" v="411"/>
          <ac:spMkLst>
            <pc:docMk/>
            <pc:sldMk cId="790921969" sldId="340"/>
            <ac:spMk id="17" creationId="{291292D3-4610-2FA5-13D1-08CA32D6A18B}"/>
          </ac:spMkLst>
        </pc:spChg>
        <pc:spChg chg="del">
          <ac:chgData name="Ison, Graham" userId="ac16118c-999a-4a17-b03f-82145771d116" providerId="ADAL" clId="{89E08740-6CE0-4755-8F96-DD54D467EE2E}" dt="2026-03-01T06:47:23.456" v="412" actId="478"/>
          <ac:spMkLst>
            <pc:docMk/>
            <pc:sldMk cId="790921969" sldId="340"/>
            <ac:spMk id="19" creationId="{4B99280C-6534-A820-1EBD-70FBCF23CEEB}"/>
          </ac:spMkLst>
        </pc:spChg>
        <pc:spChg chg="del">
          <ac:chgData name="Ison, Graham" userId="ac16118c-999a-4a17-b03f-82145771d116" providerId="ADAL" clId="{89E08740-6CE0-4755-8F96-DD54D467EE2E}" dt="2026-03-01T06:47:23.456" v="412" actId="478"/>
          <ac:spMkLst>
            <pc:docMk/>
            <pc:sldMk cId="790921969" sldId="340"/>
            <ac:spMk id="21" creationId="{FEFEDD7A-B911-4A2C-F04D-37C9885D788C}"/>
          </ac:spMkLst>
        </pc:spChg>
        <pc:spChg chg="del">
          <ac:chgData name="Ison, Graham" userId="ac16118c-999a-4a17-b03f-82145771d116" providerId="ADAL" clId="{89E08740-6CE0-4755-8F96-DD54D467EE2E}" dt="2026-03-01T06:47:23.456" v="412" actId="478"/>
          <ac:spMkLst>
            <pc:docMk/>
            <pc:sldMk cId="790921969" sldId="340"/>
            <ac:spMk id="23" creationId="{E2BD3A61-122D-0ACD-F255-85A72C9A6436}"/>
          </ac:spMkLst>
        </pc:spChg>
        <pc:spChg chg="add mod">
          <ac:chgData name="Ison, Graham" userId="ac16118c-999a-4a17-b03f-82145771d116" providerId="ADAL" clId="{89E08740-6CE0-4755-8F96-DD54D467EE2E}" dt="2026-03-01T06:45:52.394" v="411"/>
          <ac:spMkLst>
            <pc:docMk/>
            <pc:sldMk cId="790921969" sldId="340"/>
            <ac:spMk id="26" creationId="{91652B7D-0E21-A0E2-BF4A-2D9B2E3FD393}"/>
          </ac:spMkLst>
        </pc:spChg>
        <pc:spChg chg="del">
          <ac:chgData name="Ison, Graham" userId="ac16118c-999a-4a17-b03f-82145771d116" providerId="ADAL" clId="{89E08740-6CE0-4755-8F96-DD54D467EE2E}" dt="2026-03-01T06:47:23.456" v="412" actId="478"/>
          <ac:spMkLst>
            <pc:docMk/>
            <pc:sldMk cId="790921969" sldId="340"/>
            <ac:spMk id="27" creationId="{D93965BE-A35B-0C13-7442-B61FD722ED34}"/>
          </ac:spMkLst>
        </pc:spChg>
        <pc:spChg chg="add mod">
          <ac:chgData name="Ison, Graham" userId="ac16118c-999a-4a17-b03f-82145771d116" providerId="ADAL" clId="{89E08740-6CE0-4755-8F96-DD54D467EE2E}" dt="2026-03-01T06:45:52.394" v="411"/>
          <ac:spMkLst>
            <pc:docMk/>
            <pc:sldMk cId="790921969" sldId="340"/>
            <ac:spMk id="31" creationId="{5223DF3C-1F00-EFE0-2BC1-4C34C060EB04}"/>
          </ac:spMkLst>
        </pc:spChg>
        <pc:spChg chg="add mod">
          <ac:chgData name="Ison, Graham" userId="ac16118c-999a-4a17-b03f-82145771d116" providerId="ADAL" clId="{89E08740-6CE0-4755-8F96-DD54D467EE2E}" dt="2026-03-01T06:45:52.394" v="411"/>
          <ac:spMkLst>
            <pc:docMk/>
            <pc:sldMk cId="790921969" sldId="340"/>
            <ac:spMk id="41" creationId="{41554003-F0DB-1F4D-2F21-8D452A5DC804}"/>
          </ac:spMkLst>
        </pc:spChg>
        <pc:spChg chg="del">
          <ac:chgData name="Ison, Graham" userId="ac16118c-999a-4a17-b03f-82145771d116" providerId="ADAL" clId="{89E08740-6CE0-4755-8F96-DD54D467EE2E}" dt="2026-03-01T06:47:23.456" v="412" actId="478"/>
          <ac:spMkLst>
            <pc:docMk/>
            <pc:sldMk cId="790921969" sldId="340"/>
            <ac:spMk id="43" creationId="{A506913F-A511-F8FE-D302-10A1F379F88E}"/>
          </ac:spMkLst>
        </pc:spChg>
        <pc:spChg chg="add mod">
          <ac:chgData name="Ison, Graham" userId="ac16118c-999a-4a17-b03f-82145771d116" providerId="ADAL" clId="{89E08740-6CE0-4755-8F96-DD54D467EE2E}" dt="2026-03-01T06:45:52.394" v="411"/>
          <ac:spMkLst>
            <pc:docMk/>
            <pc:sldMk cId="790921969" sldId="340"/>
            <ac:spMk id="44" creationId="{9201EE64-D659-33B8-724B-69E387D9954D}"/>
          </ac:spMkLst>
        </pc:spChg>
        <pc:spChg chg="add mod">
          <ac:chgData name="Ison, Graham" userId="ac16118c-999a-4a17-b03f-82145771d116" providerId="ADAL" clId="{89E08740-6CE0-4755-8F96-DD54D467EE2E}" dt="2026-03-01T06:45:52.394" v="411"/>
          <ac:spMkLst>
            <pc:docMk/>
            <pc:sldMk cId="790921969" sldId="340"/>
            <ac:spMk id="58" creationId="{CD6075C2-1475-EB82-BB52-DB3A34C211AF}"/>
          </ac:spMkLst>
        </pc:spChg>
        <pc:spChg chg="add mod">
          <ac:chgData name="Ison, Graham" userId="ac16118c-999a-4a17-b03f-82145771d116" providerId="ADAL" clId="{89E08740-6CE0-4755-8F96-DD54D467EE2E}" dt="2026-03-01T06:45:52.394" v="411"/>
          <ac:spMkLst>
            <pc:docMk/>
            <pc:sldMk cId="790921969" sldId="340"/>
            <ac:spMk id="60" creationId="{1EF965A5-15E8-8D80-0C2D-FAD055FCA910}"/>
          </ac:spMkLst>
        </pc:spChg>
        <pc:spChg chg="add mod">
          <ac:chgData name="Ison, Graham" userId="ac16118c-999a-4a17-b03f-82145771d116" providerId="ADAL" clId="{89E08740-6CE0-4755-8F96-DD54D467EE2E}" dt="2026-03-01T06:47:26.178" v="413"/>
          <ac:spMkLst>
            <pc:docMk/>
            <pc:sldMk cId="790921969" sldId="340"/>
            <ac:spMk id="61" creationId="{31B98078-6519-CDCE-2E26-7BEC1E87E4C2}"/>
          </ac:spMkLst>
        </pc:spChg>
        <pc:spChg chg="add mod">
          <ac:chgData name="Ison, Graham" userId="ac16118c-999a-4a17-b03f-82145771d116" providerId="ADAL" clId="{89E08740-6CE0-4755-8F96-DD54D467EE2E}" dt="2026-03-01T06:47:26.178" v="413"/>
          <ac:spMkLst>
            <pc:docMk/>
            <pc:sldMk cId="790921969" sldId="340"/>
            <ac:spMk id="63" creationId="{60DC0CF9-1BD3-465A-8392-588B7BECBC63}"/>
          </ac:spMkLst>
        </pc:spChg>
        <pc:spChg chg="add mod">
          <ac:chgData name="Ison, Graham" userId="ac16118c-999a-4a17-b03f-82145771d116" providerId="ADAL" clId="{89E08740-6CE0-4755-8F96-DD54D467EE2E}" dt="2026-03-01T06:47:26.178" v="413"/>
          <ac:spMkLst>
            <pc:docMk/>
            <pc:sldMk cId="790921969" sldId="340"/>
            <ac:spMk id="66" creationId="{F754F4B8-8B70-6FB0-C394-A40F23F95470}"/>
          </ac:spMkLst>
        </pc:spChg>
        <pc:spChg chg="add mod">
          <ac:chgData name="Ison, Graham" userId="ac16118c-999a-4a17-b03f-82145771d116" providerId="ADAL" clId="{89E08740-6CE0-4755-8F96-DD54D467EE2E}" dt="2026-03-01T06:47:26.178" v="413"/>
          <ac:spMkLst>
            <pc:docMk/>
            <pc:sldMk cId="790921969" sldId="340"/>
            <ac:spMk id="76" creationId="{2E0B05D8-B91E-1AD5-9761-DE4357615C05}"/>
          </ac:spMkLst>
        </pc:spChg>
        <pc:spChg chg="add mod">
          <ac:chgData name="Ison, Graham" userId="ac16118c-999a-4a17-b03f-82145771d116" providerId="ADAL" clId="{89E08740-6CE0-4755-8F96-DD54D467EE2E}" dt="2026-03-01T06:47:26.178" v="413"/>
          <ac:spMkLst>
            <pc:docMk/>
            <pc:sldMk cId="790921969" sldId="340"/>
            <ac:spMk id="78" creationId="{6CCB0EC0-C8FB-9DA2-B872-9AF831625073}"/>
          </ac:spMkLst>
        </pc:spChg>
        <pc:spChg chg="add mod">
          <ac:chgData name="Ison, Graham" userId="ac16118c-999a-4a17-b03f-82145771d116" providerId="ADAL" clId="{89E08740-6CE0-4755-8F96-DD54D467EE2E}" dt="2026-03-01T06:47:26.178" v="413"/>
          <ac:spMkLst>
            <pc:docMk/>
            <pc:sldMk cId="790921969" sldId="340"/>
            <ac:spMk id="80" creationId="{8053A463-B125-3CB5-C0E6-06D92D9459AD}"/>
          </ac:spMkLst>
        </pc:spChg>
        <pc:spChg chg="add mod">
          <ac:chgData name="Ison, Graham" userId="ac16118c-999a-4a17-b03f-82145771d116" providerId="ADAL" clId="{89E08740-6CE0-4755-8F96-DD54D467EE2E}" dt="2026-03-01T06:47:26.178" v="413"/>
          <ac:spMkLst>
            <pc:docMk/>
            <pc:sldMk cId="790921969" sldId="340"/>
            <ac:spMk id="82" creationId="{D7137E11-D9DB-A606-C4D9-1F9DD1206B82}"/>
          </ac:spMkLst>
        </pc:spChg>
        <pc:spChg chg="add mod">
          <ac:chgData name="Ison, Graham" userId="ac16118c-999a-4a17-b03f-82145771d116" providerId="ADAL" clId="{89E08740-6CE0-4755-8F96-DD54D467EE2E}" dt="2026-03-01T06:47:26.178" v="413"/>
          <ac:spMkLst>
            <pc:docMk/>
            <pc:sldMk cId="790921969" sldId="340"/>
            <ac:spMk id="84" creationId="{8D722D0F-3741-FC5C-FEFD-96FDD50AA951}"/>
          </ac:spMkLst>
        </pc:spChg>
        <pc:spChg chg="add del mod">
          <ac:chgData name="Ison, Graham" userId="ac16118c-999a-4a17-b03f-82145771d116" providerId="ADAL" clId="{89E08740-6CE0-4755-8F96-DD54D467EE2E}" dt="2026-03-01T10:59:35.998" v="3348" actId="478"/>
          <ac:spMkLst>
            <pc:docMk/>
            <pc:sldMk cId="790921969" sldId="340"/>
            <ac:spMk id="86" creationId="{4103F640-7660-3B29-41FF-F612D691B25A}"/>
          </ac:spMkLst>
        </pc:spChg>
        <pc:spChg chg="mod">
          <ac:chgData name="Ison, Graham" userId="ac16118c-999a-4a17-b03f-82145771d116" providerId="ADAL" clId="{89E08740-6CE0-4755-8F96-DD54D467EE2E}" dt="2026-03-01T10:33:48.016" v="3247" actId="207"/>
          <ac:spMkLst>
            <pc:docMk/>
            <pc:sldMk cId="790921969" sldId="340"/>
            <ac:spMk id="88" creationId="{BD0DF5BA-F19D-9665-8AFC-F263B5FA5EB1}"/>
          </ac:spMkLst>
        </pc:spChg>
        <pc:spChg chg="add mod">
          <ac:chgData name="Ison, Graham" userId="ac16118c-999a-4a17-b03f-82145771d116" providerId="ADAL" clId="{89E08740-6CE0-4755-8F96-DD54D467EE2E}" dt="2026-03-01T06:47:26.178" v="413"/>
          <ac:spMkLst>
            <pc:docMk/>
            <pc:sldMk cId="790921969" sldId="340"/>
            <ac:spMk id="90" creationId="{5A55D0AF-F21D-9786-C5E4-3679ED2E8E9E}"/>
          </ac:spMkLst>
        </pc:spChg>
        <pc:spChg chg="add del mod topLvl">
          <ac:chgData name="Ison, Graham" userId="ac16118c-999a-4a17-b03f-82145771d116" providerId="ADAL" clId="{89E08740-6CE0-4755-8F96-DD54D467EE2E}" dt="2026-03-01T10:29:54.444" v="3066" actId="478"/>
          <ac:spMkLst>
            <pc:docMk/>
            <pc:sldMk cId="790921969" sldId="340"/>
            <ac:spMk id="92" creationId="{C8F5E691-8412-E39C-CF14-83348289F079}"/>
          </ac:spMkLst>
        </pc:spChg>
        <pc:spChg chg="add del mod">
          <ac:chgData name="Ison, Graham" userId="ac16118c-999a-4a17-b03f-82145771d116" providerId="ADAL" clId="{89E08740-6CE0-4755-8F96-DD54D467EE2E}" dt="2026-03-01T11:46:09.519" v="3778" actId="21"/>
          <ac:spMkLst>
            <pc:docMk/>
            <pc:sldMk cId="790921969" sldId="340"/>
            <ac:spMk id="95" creationId="{4F1E083C-9E2C-2E2D-7D16-7056197D22F9}"/>
          </ac:spMkLst>
        </pc:spChg>
        <pc:spChg chg="add del mod">
          <ac:chgData name="Ison, Graham" userId="ac16118c-999a-4a17-b03f-82145771d116" providerId="ADAL" clId="{89E08740-6CE0-4755-8F96-DD54D467EE2E}" dt="2026-03-01T12:26:05.814" v="3794" actId="478"/>
          <ac:spMkLst>
            <pc:docMk/>
            <pc:sldMk cId="790921969" sldId="340"/>
            <ac:spMk id="96" creationId="{4F1E083C-9E2C-2E2D-7D16-7056197D22F9}"/>
          </ac:spMkLst>
        </pc:spChg>
        <pc:grpChg chg="del">
          <ac:chgData name="Ison, Graham" userId="ac16118c-999a-4a17-b03f-82145771d116" providerId="ADAL" clId="{89E08740-6CE0-4755-8F96-DD54D467EE2E}" dt="2026-03-01T06:47:23.456" v="412" actId="478"/>
          <ac:grpSpMkLst>
            <pc:docMk/>
            <pc:sldMk cId="790921969" sldId="340"/>
            <ac:grpSpMk id="45" creationId="{E9CB7902-9B1A-0AB0-824A-3DA310031130}"/>
          </ac:grpSpMkLst>
        </pc:grpChg>
        <pc:grpChg chg="add mod topLvl">
          <ac:chgData name="Ison, Graham" userId="ac16118c-999a-4a17-b03f-82145771d116" providerId="ADAL" clId="{89E08740-6CE0-4755-8F96-DD54D467EE2E}" dt="2026-03-01T10:29:09.848" v="3065" actId="165"/>
          <ac:grpSpMkLst>
            <pc:docMk/>
            <pc:sldMk cId="790921969" sldId="340"/>
            <ac:grpSpMk id="91" creationId="{1328482B-C175-80AC-7600-48552D7F36C9}"/>
          </ac:grpSpMkLst>
        </pc:grpChg>
        <pc:grpChg chg="add del mod">
          <ac:chgData name="Ison, Graham" userId="ac16118c-999a-4a17-b03f-82145771d116" providerId="ADAL" clId="{89E08740-6CE0-4755-8F96-DD54D467EE2E}" dt="2026-03-01T10:29:09.848" v="3065" actId="165"/>
          <ac:grpSpMkLst>
            <pc:docMk/>
            <pc:sldMk cId="790921969" sldId="340"/>
            <ac:grpSpMk id="94" creationId="{882F17ED-A455-B730-8ECD-31AB4FF6406D}"/>
          </ac:grpSpMkLst>
        </pc:grpChg>
        <pc:cxnChg chg="del mod">
          <ac:chgData name="Ison, Graham" userId="ac16118c-999a-4a17-b03f-82145771d116" providerId="ADAL" clId="{89E08740-6CE0-4755-8F96-DD54D467EE2E}" dt="2026-03-01T06:47:23.456" v="412" actId="478"/>
          <ac:cxnSpMkLst>
            <pc:docMk/>
            <pc:sldMk cId="790921969" sldId="340"/>
            <ac:cxnSpMk id="20" creationId="{7D9E6DF6-4E6E-776C-8854-DD70E155DC79}"/>
          </ac:cxnSpMkLst>
        </pc:cxnChg>
        <pc:cxnChg chg="mod">
          <ac:chgData name="Ison, Graham" userId="ac16118c-999a-4a17-b03f-82145771d116" providerId="ADAL" clId="{89E08740-6CE0-4755-8F96-DD54D467EE2E}" dt="2026-03-01T06:47:23.456" v="412" actId="478"/>
          <ac:cxnSpMkLst>
            <pc:docMk/>
            <pc:sldMk cId="790921969" sldId="340"/>
            <ac:cxnSpMk id="68" creationId="{A41612F7-C7A1-FEFA-EB92-6E69B1EE5FB0}"/>
          </ac:cxnSpMkLst>
        </pc:cxnChg>
        <pc:cxnChg chg="mod">
          <ac:chgData name="Ison, Graham" userId="ac16118c-999a-4a17-b03f-82145771d116" providerId="ADAL" clId="{89E08740-6CE0-4755-8F96-DD54D467EE2E}" dt="2026-03-01T10:29:09.848" v="3065" actId="165"/>
          <ac:cxnSpMkLst>
            <pc:docMk/>
            <pc:sldMk cId="790921969" sldId="340"/>
            <ac:cxnSpMk id="87" creationId="{1DEA11D3-3CAC-56D3-2F91-25748563C221}"/>
          </ac:cxnSpMkLst>
        </pc:cxnChg>
        <pc:cxnChg chg="mod">
          <ac:chgData name="Ison, Graham" userId="ac16118c-999a-4a17-b03f-82145771d116" providerId="ADAL" clId="{89E08740-6CE0-4755-8F96-DD54D467EE2E}" dt="2026-03-01T10:29:09.848" v="3065" actId="165"/>
          <ac:cxnSpMkLst>
            <pc:docMk/>
            <pc:sldMk cId="790921969" sldId="340"/>
            <ac:cxnSpMk id="89" creationId="{85709779-0FC3-0822-8E95-CB567629FAA6}"/>
          </ac:cxnSpMkLst>
        </pc:cxnChg>
      </pc:sldChg>
      <pc:sldChg chg="addSp delSp modSp add mod ord addAnim delAnim modAnim modNotesTx">
        <pc:chgData name="Ison, Graham" userId="ac16118c-999a-4a17-b03f-82145771d116" providerId="ADAL" clId="{89E08740-6CE0-4755-8F96-DD54D467EE2E}" dt="2026-03-01T15:33:11.110" v="4378" actId="113"/>
        <pc:sldMkLst>
          <pc:docMk/>
          <pc:sldMk cId="3005057017" sldId="341"/>
        </pc:sldMkLst>
        <pc:spChg chg="add mod">
          <ac:chgData name="Ison, Graham" userId="ac16118c-999a-4a17-b03f-82145771d116" providerId="ADAL" clId="{89E08740-6CE0-4755-8F96-DD54D467EE2E}" dt="2026-03-01T11:42:25.902" v="3766" actId="164"/>
          <ac:spMkLst>
            <pc:docMk/>
            <pc:sldMk cId="3005057017" sldId="341"/>
            <ac:spMk id="3" creationId="{25F1C063-C741-92EB-2791-74A745EB2485}"/>
          </ac:spMkLst>
        </pc:spChg>
        <pc:spChg chg="add del mod">
          <ac:chgData name="Ison, Graham" userId="ac16118c-999a-4a17-b03f-82145771d116" providerId="ADAL" clId="{89E08740-6CE0-4755-8F96-DD54D467EE2E}" dt="2026-03-01T12:44:16.396" v="3808" actId="478"/>
          <ac:spMkLst>
            <pc:docMk/>
            <pc:sldMk cId="3005057017" sldId="341"/>
            <ac:spMk id="17" creationId="{884E3915-02A2-1700-6327-99527C2EF651}"/>
          </ac:spMkLst>
        </pc:spChg>
        <pc:spChg chg="add del mod">
          <ac:chgData name="Ison, Graham" userId="ac16118c-999a-4a17-b03f-82145771d116" providerId="ADAL" clId="{89E08740-6CE0-4755-8F96-DD54D467EE2E}" dt="2026-03-01T07:08:08.359" v="1689" actId="478"/>
          <ac:spMkLst>
            <pc:docMk/>
            <pc:sldMk cId="3005057017" sldId="341"/>
            <ac:spMk id="18" creationId="{4754B3C2-040F-EDBF-7BB2-E028A87C6DBC}"/>
          </ac:spMkLst>
        </pc:spChg>
        <pc:spChg chg="add del mod">
          <ac:chgData name="Ison, Graham" userId="ac16118c-999a-4a17-b03f-82145771d116" providerId="ADAL" clId="{89E08740-6CE0-4755-8F96-DD54D467EE2E}" dt="2026-03-01T12:26:21.991" v="3795" actId="478"/>
          <ac:spMkLst>
            <pc:docMk/>
            <pc:sldMk cId="3005057017" sldId="341"/>
            <ac:spMk id="19" creationId="{5F43EC66-0852-533A-FA0B-4356FCA93E8B}"/>
          </ac:spMkLst>
        </pc:spChg>
        <pc:spChg chg="add del mod">
          <ac:chgData name="Ison, Graham" userId="ac16118c-999a-4a17-b03f-82145771d116" providerId="ADAL" clId="{89E08740-6CE0-4755-8F96-DD54D467EE2E}" dt="2026-03-01T12:26:21.991" v="3795" actId="478"/>
          <ac:spMkLst>
            <pc:docMk/>
            <pc:sldMk cId="3005057017" sldId="341"/>
            <ac:spMk id="20" creationId="{8D90AC65-1EEB-24A8-ED36-3B119B4A2E8F}"/>
          </ac:spMkLst>
        </pc:spChg>
        <pc:spChg chg="add del mod ord">
          <ac:chgData name="Ison, Graham" userId="ac16118c-999a-4a17-b03f-82145771d116" providerId="ADAL" clId="{89E08740-6CE0-4755-8F96-DD54D467EE2E}" dt="2026-03-01T10:34:59.821" v="3258" actId="21"/>
          <ac:spMkLst>
            <pc:docMk/>
            <pc:sldMk cId="3005057017" sldId="341"/>
            <ac:spMk id="21" creationId="{4B6F280F-EAF2-238F-9D2D-B7F863552CC0}"/>
          </ac:spMkLst>
        </pc:spChg>
        <pc:spChg chg="add del mod">
          <ac:chgData name="Ison, Graham" userId="ac16118c-999a-4a17-b03f-82145771d116" providerId="ADAL" clId="{89E08740-6CE0-4755-8F96-DD54D467EE2E}" dt="2026-03-01T12:26:21.991" v="3795" actId="478"/>
          <ac:spMkLst>
            <pc:docMk/>
            <pc:sldMk cId="3005057017" sldId="341"/>
            <ac:spMk id="26" creationId="{126004E9-4E7B-4DC1-D63E-9490CC60959F}"/>
          </ac:spMkLst>
        </pc:spChg>
        <pc:spChg chg="add mod ord">
          <ac:chgData name="Ison, Graham" userId="ac16118c-999a-4a17-b03f-82145771d116" providerId="ADAL" clId="{89E08740-6CE0-4755-8F96-DD54D467EE2E}" dt="2026-03-01T11:42:25.902" v="3766" actId="164"/>
          <ac:spMkLst>
            <pc:docMk/>
            <pc:sldMk cId="3005057017" sldId="341"/>
            <ac:spMk id="42" creationId="{4E5D2E06-27F0-400D-5B9D-C63E8DF47EEB}"/>
          </ac:spMkLst>
        </pc:spChg>
        <pc:spChg chg="add del mod">
          <ac:chgData name="Ison, Graham" userId="ac16118c-999a-4a17-b03f-82145771d116" providerId="ADAL" clId="{89E08740-6CE0-4755-8F96-DD54D467EE2E}" dt="2026-03-01T12:26:21.991" v="3795" actId="478"/>
          <ac:spMkLst>
            <pc:docMk/>
            <pc:sldMk cId="3005057017" sldId="341"/>
            <ac:spMk id="43" creationId="{4B6F280F-EAF2-238F-9D2D-B7F863552CC0}"/>
          </ac:spMkLst>
        </pc:spChg>
        <pc:spChg chg="del mod">
          <ac:chgData name="Ison, Graham" userId="ac16118c-999a-4a17-b03f-82145771d116" providerId="ADAL" clId="{89E08740-6CE0-4755-8F96-DD54D467EE2E}" dt="2026-03-01T07:07:35.661" v="1688" actId="478"/>
          <ac:spMkLst>
            <pc:docMk/>
            <pc:sldMk cId="3005057017" sldId="341"/>
            <ac:spMk id="47" creationId="{456CC8B8-5668-24C5-49C5-98182F63867D}"/>
          </ac:spMkLst>
        </pc:spChg>
        <pc:spChg chg="add del mod">
          <ac:chgData name="Ison, Graham" userId="ac16118c-999a-4a17-b03f-82145771d116" providerId="ADAL" clId="{89E08740-6CE0-4755-8F96-DD54D467EE2E}" dt="2026-03-01T07:07:27.242" v="1685" actId="478"/>
          <ac:spMkLst>
            <pc:docMk/>
            <pc:sldMk cId="3005057017" sldId="341"/>
            <ac:spMk id="55" creationId="{346821FB-DBFE-7996-819E-27B8D67BDAC2}"/>
          </ac:spMkLst>
        </pc:spChg>
        <pc:spChg chg="mod">
          <ac:chgData name="Ison, Graham" userId="ac16118c-999a-4a17-b03f-82145771d116" providerId="ADAL" clId="{89E08740-6CE0-4755-8F96-DD54D467EE2E}" dt="2026-03-01T11:42:25.902" v="3766" actId="164"/>
          <ac:spMkLst>
            <pc:docMk/>
            <pc:sldMk cId="3005057017" sldId="341"/>
            <ac:spMk id="61" creationId="{A444F097-9E1E-649D-982C-B3841A962726}"/>
          </ac:spMkLst>
        </pc:spChg>
        <pc:spChg chg="mod">
          <ac:chgData name="Ison, Graham" userId="ac16118c-999a-4a17-b03f-82145771d116" providerId="ADAL" clId="{89E08740-6CE0-4755-8F96-DD54D467EE2E}" dt="2026-03-01T11:42:25.902" v="3766" actId="164"/>
          <ac:spMkLst>
            <pc:docMk/>
            <pc:sldMk cId="3005057017" sldId="341"/>
            <ac:spMk id="63" creationId="{334D3948-CD65-0085-9058-28215CAF4402}"/>
          </ac:spMkLst>
        </pc:spChg>
        <pc:spChg chg="mod">
          <ac:chgData name="Ison, Graham" userId="ac16118c-999a-4a17-b03f-82145771d116" providerId="ADAL" clId="{89E08740-6CE0-4755-8F96-DD54D467EE2E}" dt="2026-03-01T11:42:25.902" v="3766" actId="164"/>
          <ac:spMkLst>
            <pc:docMk/>
            <pc:sldMk cId="3005057017" sldId="341"/>
            <ac:spMk id="66" creationId="{C9B6B5DB-8D67-DD94-B2AE-6C2C6CF1FBF2}"/>
          </ac:spMkLst>
        </pc:spChg>
        <pc:spChg chg="mod">
          <ac:chgData name="Ison, Graham" userId="ac16118c-999a-4a17-b03f-82145771d116" providerId="ADAL" clId="{89E08740-6CE0-4755-8F96-DD54D467EE2E}" dt="2026-03-01T11:42:25.902" v="3766" actId="164"/>
          <ac:spMkLst>
            <pc:docMk/>
            <pc:sldMk cId="3005057017" sldId="341"/>
            <ac:spMk id="76" creationId="{9897B46A-D6A7-4A3E-EA77-E92D64BF0AAA}"/>
          </ac:spMkLst>
        </pc:spChg>
        <pc:spChg chg="mod">
          <ac:chgData name="Ison, Graham" userId="ac16118c-999a-4a17-b03f-82145771d116" providerId="ADAL" clId="{89E08740-6CE0-4755-8F96-DD54D467EE2E}" dt="2026-03-01T11:42:25.902" v="3766" actId="164"/>
          <ac:spMkLst>
            <pc:docMk/>
            <pc:sldMk cId="3005057017" sldId="341"/>
            <ac:spMk id="80" creationId="{B9D5554F-349F-92C1-1F86-933FEFE3150A}"/>
          </ac:spMkLst>
        </pc:spChg>
        <pc:spChg chg="mod">
          <ac:chgData name="Ison, Graham" userId="ac16118c-999a-4a17-b03f-82145771d116" providerId="ADAL" clId="{89E08740-6CE0-4755-8F96-DD54D467EE2E}" dt="2026-03-01T11:42:25.902" v="3766" actId="164"/>
          <ac:spMkLst>
            <pc:docMk/>
            <pc:sldMk cId="3005057017" sldId="341"/>
            <ac:spMk id="82" creationId="{8F9577AA-3DD1-F951-0F37-7345F3D8E439}"/>
          </ac:spMkLst>
        </pc:spChg>
        <pc:spChg chg="mod">
          <ac:chgData name="Ison, Graham" userId="ac16118c-999a-4a17-b03f-82145771d116" providerId="ADAL" clId="{89E08740-6CE0-4755-8F96-DD54D467EE2E}" dt="2026-03-01T11:42:25.902" v="3766" actId="164"/>
          <ac:spMkLst>
            <pc:docMk/>
            <pc:sldMk cId="3005057017" sldId="341"/>
            <ac:spMk id="84" creationId="{67D842DE-4442-A6D5-D5C5-4D5A3F2EEC7A}"/>
          </ac:spMkLst>
        </pc:spChg>
        <pc:spChg chg="del">
          <ac:chgData name="Ison, Graham" userId="ac16118c-999a-4a17-b03f-82145771d116" providerId="ADAL" clId="{89E08740-6CE0-4755-8F96-DD54D467EE2E}" dt="2026-03-01T11:04:45.555" v="3357" actId="478"/>
          <ac:spMkLst>
            <pc:docMk/>
            <pc:sldMk cId="3005057017" sldId="341"/>
            <ac:spMk id="86" creationId="{818964B3-5214-957C-9860-ECE12019F6B7}"/>
          </ac:spMkLst>
        </pc:spChg>
        <pc:spChg chg="add del mod">
          <ac:chgData name="Ison, Graham" userId="ac16118c-999a-4a17-b03f-82145771d116" providerId="ADAL" clId="{89E08740-6CE0-4755-8F96-DD54D467EE2E}" dt="2026-03-01T10:22:01.548" v="3039" actId="21"/>
          <ac:spMkLst>
            <pc:docMk/>
            <pc:sldMk cId="3005057017" sldId="341"/>
            <ac:spMk id="88" creationId="{126004E9-4E7B-4DC1-D63E-9490CC60959F}"/>
          </ac:spMkLst>
        </pc:spChg>
        <pc:spChg chg="mod">
          <ac:chgData name="Ison, Graham" userId="ac16118c-999a-4a17-b03f-82145771d116" providerId="ADAL" clId="{89E08740-6CE0-4755-8F96-DD54D467EE2E}" dt="2026-03-01T11:42:25.902" v="3766" actId="164"/>
          <ac:spMkLst>
            <pc:docMk/>
            <pc:sldMk cId="3005057017" sldId="341"/>
            <ac:spMk id="90" creationId="{34805CE1-2E2B-A515-F711-DFB35F03DFC8}"/>
          </ac:spMkLst>
        </pc:spChg>
        <pc:cxnChg chg="add mod">
          <ac:chgData name="Ison, Graham" userId="ac16118c-999a-4a17-b03f-82145771d116" providerId="ADAL" clId="{89E08740-6CE0-4755-8F96-DD54D467EE2E}" dt="2026-03-01T10:34:59.821" v="3258" actId="21"/>
          <ac:cxnSpMkLst>
            <pc:docMk/>
            <pc:sldMk cId="3005057017" sldId="341"/>
            <ac:cxnSpMk id="6" creationId="{F0D00EE9-BFBC-C1E1-4B5B-4EF9DF34E749}"/>
          </ac:cxnSpMkLst>
        </pc:cxnChg>
        <pc:cxnChg chg="add mod">
          <ac:chgData name="Ison, Graham" userId="ac16118c-999a-4a17-b03f-82145771d116" providerId="ADAL" clId="{89E08740-6CE0-4755-8F96-DD54D467EE2E}" dt="2026-03-01T10:22:41.120" v="3049" actId="14100"/>
          <ac:cxnSpMkLst>
            <pc:docMk/>
            <pc:sldMk cId="3005057017" sldId="341"/>
            <ac:cxnSpMk id="9" creationId="{DB23103C-1C1A-21DF-2C76-0E20C35E47DC}"/>
          </ac:cxnSpMkLst>
        </pc:cxnChg>
        <pc:cxnChg chg="mod">
          <ac:chgData name="Ison, Graham" userId="ac16118c-999a-4a17-b03f-82145771d116" providerId="ADAL" clId="{89E08740-6CE0-4755-8F96-DD54D467EE2E}" dt="2026-03-01T10:34:59.821" v="3258" actId="21"/>
          <ac:cxnSpMkLst>
            <pc:docMk/>
            <pc:sldMk cId="3005057017" sldId="341"/>
            <ac:cxnSpMk id="87" creationId="{A1AAAF51-4F2E-3539-20FA-3D80111B01C4}"/>
          </ac:cxnSpMkLst>
        </pc:cxnChg>
        <pc:cxnChg chg="mod">
          <ac:chgData name="Ison, Graham" userId="ac16118c-999a-4a17-b03f-82145771d116" providerId="ADAL" clId="{89E08740-6CE0-4755-8F96-DD54D467EE2E}" dt="2026-03-01T10:34:59.821" v="3258" actId="21"/>
          <ac:cxnSpMkLst>
            <pc:docMk/>
            <pc:sldMk cId="3005057017" sldId="341"/>
            <ac:cxnSpMk id="89" creationId="{499CE326-DB86-116B-BC33-4E2D43AFF4F1}"/>
          </ac:cxnSpMkLst>
        </pc:cxnChg>
      </pc:sldChg>
      <pc:sldChg chg="delSp modSp add mod">
        <pc:chgData name="Ison, Graham" userId="ac16118c-999a-4a17-b03f-82145771d116" providerId="ADAL" clId="{89E08740-6CE0-4755-8F96-DD54D467EE2E}" dt="2026-03-01T17:21:49.074" v="6593" actId="20577"/>
        <pc:sldMkLst>
          <pc:docMk/>
          <pc:sldMk cId="16358906" sldId="342"/>
        </pc:sldMkLst>
        <pc:spChg chg="mod">
          <ac:chgData name="Ison, Graham" userId="ac16118c-999a-4a17-b03f-82145771d116" providerId="ADAL" clId="{89E08740-6CE0-4755-8F96-DD54D467EE2E}" dt="2026-03-01T17:10:32.031" v="6284" actId="20577"/>
          <ac:spMkLst>
            <pc:docMk/>
            <pc:sldMk cId="16358906" sldId="342"/>
            <ac:spMk id="2" creationId="{B3660C81-110F-E437-B508-8AA16D466F37}"/>
          </ac:spMkLst>
        </pc:spChg>
        <pc:spChg chg="mod">
          <ac:chgData name="Ison, Graham" userId="ac16118c-999a-4a17-b03f-82145771d116" providerId="ADAL" clId="{89E08740-6CE0-4755-8F96-DD54D467EE2E}" dt="2026-03-01T17:21:49.074" v="6593" actId="20577"/>
          <ac:spMkLst>
            <pc:docMk/>
            <pc:sldMk cId="16358906" sldId="342"/>
            <ac:spMk id="5" creationId="{09C54D5A-D520-68D5-914C-FB107D03AE63}"/>
          </ac:spMkLst>
        </pc:spChg>
        <pc:spChg chg="del">
          <ac:chgData name="Ison, Graham" userId="ac16118c-999a-4a17-b03f-82145771d116" providerId="ADAL" clId="{89E08740-6CE0-4755-8F96-DD54D467EE2E}" dt="2026-03-01T16:24:44.778" v="5075" actId="478"/>
          <ac:spMkLst>
            <pc:docMk/>
            <pc:sldMk cId="16358906" sldId="342"/>
            <ac:spMk id="6" creationId="{FE7DC98A-FACF-E712-33FB-DDA41033B0E6}"/>
          </ac:spMkLst>
        </pc:spChg>
      </pc:sldChg>
      <pc:sldChg chg="addSp modSp add del mod modAnim">
        <pc:chgData name="Ison, Graham" userId="ac16118c-999a-4a17-b03f-82145771d116" providerId="ADAL" clId="{89E08740-6CE0-4755-8F96-DD54D467EE2E}" dt="2026-03-01T12:32:01.417" v="3807" actId="47"/>
        <pc:sldMkLst>
          <pc:docMk/>
          <pc:sldMk cId="1410355912" sldId="342"/>
        </pc:sldMkLst>
        <pc:spChg chg="add mod">
          <ac:chgData name="Ison, Graham" userId="ac16118c-999a-4a17-b03f-82145771d116" providerId="ADAL" clId="{89E08740-6CE0-4755-8F96-DD54D467EE2E}" dt="2026-03-01T12:30:41.551" v="3805" actId="1076"/>
          <ac:spMkLst>
            <pc:docMk/>
            <pc:sldMk cId="1410355912" sldId="342"/>
            <ac:spMk id="13" creationId="{03899133-FB13-0B51-366E-81E173A36869}"/>
          </ac:spMkLst>
        </pc:spChg>
      </pc:sldChg>
      <pc:sldChg chg="modSp add del mod">
        <pc:chgData name="Ison, Graham" userId="ac16118c-999a-4a17-b03f-82145771d116" providerId="ADAL" clId="{89E08740-6CE0-4755-8F96-DD54D467EE2E}" dt="2026-03-01T12:29:06.349" v="3801" actId="47"/>
        <pc:sldMkLst>
          <pc:docMk/>
          <pc:sldMk cId="3891199156" sldId="342"/>
        </pc:sldMkLst>
        <pc:grpChg chg="mod">
          <ac:chgData name="Ison, Graham" userId="ac16118c-999a-4a17-b03f-82145771d116" providerId="ADAL" clId="{89E08740-6CE0-4755-8F96-DD54D467EE2E}" dt="2026-03-01T11:25:00.054" v="3674" actId="1076"/>
          <ac:grpSpMkLst>
            <pc:docMk/>
            <pc:sldMk cId="3891199156" sldId="342"/>
            <ac:grpSpMk id="129" creationId="{E10EE0A1-8E1E-5C02-2C3B-AA54A7CB60AC}"/>
          </ac:grpSpMkLst>
        </pc:grpChg>
      </pc:sldChg>
      <pc:sldChg chg="new ord">
        <pc:chgData name="Ison, Graham" userId="ac16118c-999a-4a17-b03f-82145771d116" providerId="ADAL" clId="{89E08740-6CE0-4755-8F96-DD54D467EE2E}" dt="2026-03-01T19:31:32.667" v="7253"/>
        <pc:sldMkLst>
          <pc:docMk/>
          <pc:sldMk cId="756314840" sldId="343"/>
        </pc:sldMkLst>
      </pc:sldChg>
      <pc:sldChg chg="new del">
        <pc:chgData name="Ison, Graham" userId="ac16118c-999a-4a17-b03f-82145771d116" providerId="ADAL" clId="{89E08740-6CE0-4755-8F96-DD54D467EE2E}" dt="2026-03-01T12:26:57.491" v="3799" actId="47"/>
        <pc:sldMkLst>
          <pc:docMk/>
          <pc:sldMk cId="1223945150" sldId="343"/>
        </pc:sldMkLst>
      </pc:sldChg>
    </pc:docChg>
  </pc:docChgLst>
  <pc:docChgLst>
    <pc:chgData name="Ison, Graham" userId="ac16118c-999a-4a17-b03f-82145771d116" providerId="ADAL" clId="{3815F268-C05A-5E0B-B22A-991A8360F93E}"/>
    <pc:docChg chg="undo redo custSel addSld delSld modSld sldOrd">
      <pc:chgData name="Ison, Graham" userId="ac16118c-999a-4a17-b03f-82145771d116" providerId="ADAL" clId="{3815F268-C05A-5E0B-B22A-991A8360F93E}" dt="2026-03-02T10:44:47.662" v="565" actId="2696"/>
      <pc:docMkLst>
        <pc:docMk/>
      </pc:docMkLst>
      <pc:sldChg chg="addSp delSp modSp mod addAnim delAnim modAnim modNotesTx">
        <pc:chgData name="Ison, Graham" userId="ac16118c-999a-4a17-b03f-82145771d116" providerId="ADAL" clId="{3815F268-C05A-5E0B-B22A-991A8360F93E}" dt="2026-03-02T10:24:18.733" v="290"/>
        <pc:sldMkLst>
          <pc:docMk/>
          <pc:sldMk cId="182594899" sldId="305"/>
        </pc:sldMkLst>
        <pc:spChg chg="add del">
          <ac:chgData name="Ison, Graham" userId="ac16118c-999a-4a17-b03f-82145771d116" providerId="ADAL" clId="{3815F268-C05A-5E0B-B22A-991A8360F93E}" dt="2026-02-28T21:41:38.436" v="58" actId="478"/>
          <ac:spMkLst>
            <pc:docMk/>
            <pc:sldMk cId="182594899" sldId="305"/>
            <ac:spMk id="19" creationId="{687876E7-63C5-A6FA-34C0-578268CFAEF4}"/>
          </ac:spMkLst>
        </pc:spChg>
        <pc:spChg chg="mod">
          <ac:chgData name="Ison, Graham" userId="ac16118c-999a-4a17-b03f-82145771d116" providerId="ADAL" clId="{3815F268-C05A-5E0B-B22A-991A8360F93E}" dt="2026-03-01T05:55:05.890" v="259" actId="207"/>
          <ac:spMkLst>
            <pc:docMk/>
            <pc:sldMk cId="182594899" sldId="305"/>
            <ac:spMk id="20" creationId="{11EA9FF7-68AE-534E-0572-F86F85A34174}"/>
          </ac:spMkLst>
        </pc:spChg>
        <pc:spChg chg="mod">
          <ac:chgData name="Ison, Graham" userId="ac16118c-999a-4a17-b03f-82145771d116" providerId="ADAL" clId="{3815F268-C05A-5E0B-B22A-991A8360F93E}" dt="2026-03-01T05:55:34.112" v="277" actId="207"/>
          <ac:spMkLst>
            <pc:docMk/>
            <pc:sldMk cId="182594899" sldId="305"/>
            <ac:spMk id="29" creationId="{447610BF-EB4C-07EF-E11C-A494A1777DAA}"/>
          </ac:spMkLst>
        </pc:spChg>
      </pc:sldChg>
      <pc:sldChg chg="modAnim">
        <pc:chgData name="Ison, Graham" userId="ac16118c-999a-4a17-b03f-82145771d116" providerId="ADAL" clId="{3815F268-C05A-5E0B-B22A-991A8360F93E}" dt="2026-03-02T10:33:39.523" v="385"/>
        <pc:sldMkLst>
          <pc:docMk/>
          <pc:sldMk cId="1369518204" sldId="314"/>
        </pc:sldMkLst>
      </pc:sldChg>
      <pc:sldChg chg="ord modAnim">
        <pc:chgData name="Ison, Graham" userId="ac16118c-999a-4a17-b03f-82145771d116" providerId="ADAL" clId="{3815F268-C05A-5E0B-B22A-991A8360F93E}" dt="2026-03-02T10:31:47.777" v="378"/>
        <pc:sldMkLst>
          <pc:docMk/>
          <pc:sldMk cId="745270927" sldId="318"/>
        </pc:sldMkLst>
      </pc:sldChg>
      <pc:sldChg chg="modSp mod">
        <pc:chgData name="Ison, Graham" userId="ac16118c-999a-4a17-b03f-82145771d116" providerId="ADAL" clId="{3815F268-C05A-5E0B-B22A-991A8360F93E}" dt="2026-02-28T21:35:05.998" v="55" actId="20577"/>
        <pc:sldMkLst>
          <pc:docMk/>
          <pc:sldMk cId="3439733533" sldId="322"/>
        </pc:sldMkLst>
        <pc:spChg chg="mod">
          <ac:chgData name="Ison, Graham" userId="ac16118c-999a-4a17-b03f-82145771d116" providerId="ADAL" clId="{3815F268-C05A-5E0B-B22A-991A8360F93E}" dt="2026-02-28T21:35:05.998" v="55" actId="20577"/>
          <ac:spMkLst>
            <pc:docMk/>
            <pc:sldMk cId="3439733533" sldId="322"/>
            <ac:spMk id="6" creationId="{FC767B2D-71ED-8241-FEFA-0E1BEBDC86BA}"/>
          </ac:spMkLst>
        </pc:spChg>
      </pc:sldChg>
      <pc:sldChg chg="addSp modSp mod">
        <pc:chgData name="Ison, Graham" userId="ac16118c-999a-4a17-b03f-82145771d116" providerId="ADAL" clId="{3815F268-C05A-5E0B-B22A-991A8360F93E}" dt="2026-03-02T10:42:15.062" v="530" actId="1035"/>
        <pc:sldMkLst>
          <pc:docMk/>
          <pc:sldMk cId="1218045144" sldId="331"/>
        </pc:sldMkLst>
        <pc:spChg chg="mod">
          <ac:chgData name="Ison, Graham" userId="ac16118c-999a-4a17-b03f-82145771d116" providerId="ADAL" clId="{3815F268-C05A-5E0B-B22A-991A8360F93E}" dt="2026-03-02T10:42:03.300" v="519" actId="164"/>
          <ac:spMkLst>
            <pc:docMk/>
            <pc:sldMk cId="1218045144" sldId="331"/>
            <ac:spMk id="3" creationId="{F56595CE-CEE1-6B38-85EE-6E4FB8DA8A6C}"/>
          </ac:spMkLst>
        </pc:spChg>
        <pc:spChg chg="mod">
          <ac:chgData name="Ison, Graham" userId="ac16118c-999a-4a17-b03f-82145771d116" providerId="ADAL" clId="{3815F268-C05A-5E0B-B22A-991A8360F93E}" dt="2026-03-02T10:42:03.300" v="519" actId="164"/>
          <ac:spMkLst>
            <pc:docMk/>
            <pc:sldMk cId="1218045144" sldId="331"/>
            <ac:spMk id="4" creationId="{6E1E61B9-AA16-6D4E-0781-0B7338478896}"/>
          </ac:spMkLst>
        </pc:spChg>
        <pc:spChg chg="mod">
          <ac:chgData name="Ison, Graham" userId="ac16118c-999a-4a17-b03f-82145771d116" providerId="ADAL" clId="{3815F268-C05A-5E0B-B22A-991A8360F93E}" dt="2026-03-02T10:42:03.300" v="519" actId="164"/>
          <ac:spMkLst>
            <pc:docMk/>
            <pc:sldMk cId="1218045144" sldId="331"/>
            <ac:spMk id="5" creationId="{73F206B5-AC97-35E3-A167-F8EBABE18AD9}"/>
          </ac:spMkLst>
        </pc:spChg>
        <pc:spChg chg="mod">
          <ac:chgData name="Ison, Graham" userId="ac16118c-999a-4a17-b03f-82145771d116" providerId="ADAL" clId="{3815F268-C05A-5E0B-B22A-991A8360F93E}" dt="2026-03-02T10:42:03.300" v="519" actId="164"/>
          <ac:spMkLst>
            <pc:docMk/>
            <pc:sldMk cId="1218045144" sldId="331"/>
            <ac:spMk id="8" creationId="{43DE61FF-8C56-6FBA-5586-F7119EECAAA7}"/>
          </ac:spMkLst>
        </pc:spChg>
        <pc:spChg chg="mod">
          <ac:chgData name="Ison, Graham" userId="ac16118c-999a-4a17-b03f-82145771d116" providerId="ADAL" clId="{3815F268-C05A-5E0B-B22A-991A8360F93E}" dt="2026-03-02T10:42:03.300" v="519" actId="164"/>
          <ac:spMkLst>
            <pc:docMk/>
            <pc:sldMk cId="1218045144" sldId="331"/>
            <ac:spMk id="9" creationId="{ECCE1F69-CC65-8632-2C18-48CE12161DAE}"/>
          </ac:spMkLst>
        </pc:spChg>
        <pc:spChg chg="mod">
          <ac:chgData name="Ison, Graham" userId="ac16118c-999a-4a17-b03f-82145771d116" providerId="ADAL" clId="{3815F268-C05A-5E0B-B22A-991A8360F93E}" dt="2026-03-02T10:42:03.300" v="519" actId="164"/>
          <ac:spMkLst>
            <pc:docMk/>
            <pc:sldMk cId="1218045144" sldId="331"/>
            <ac:spMk id="10" creationId="{F087A899-8827-DE85-424E-C2E40DF92B87}"/>
          </ac:spMkLst>
        </pc:spChg>
        <pc:spChg chg="mod">
          <ac:chgData name="Ison, Graham" userId="ac16118c-999a-4a17-b03f-82145771d116" providerId="ADAL" clId="{3815F268-C05A-5E0B-B22A-991A8360F93E}" dt="2026-03-02T10:42:03.300" v="519" actId="164"/>
          <ac:spMkLst>
            <pc:docMk/>
            <pc:sldMk cId="1218045144" sldId="331"/>
            <ac:spMk id="12" creationId="{F09E9B62-077E-A3D8-1DA8-7864D2FF6243}"/>
          </ac:spMkLst>
        </pc:spChg>
        <pc:spChg chg="mod">
          <ac:chgData name="Ison, Graham" userId="ac16118c-999a-4a17-b03f-82145771d116" providerId="ADAL" clId="{3815F268-C05A-5E0B-B22A-991A8360F93E}" dt="2026-03-02T10:42:03.300" v="519" actId="164"/>
          <ac:spMkLst>
            <pc:docMk/>
            <pc:sldMk cId="1218045144" sldId="331"/>
            <ac:spMk id="13" creationId="{32B66435-32D5-210B-E27C-7FF6888EC57E}"/>
          </ac:spMkLst>
        </pc:spChg>
        <pc:spChg chg="mod">
          <ac:chgData name="Ison, Graham" userId="ac16118c-999a-4a17-b03f-82145771d116" providerId="ADAL" clId="{3815F268-C05A-5E0B-B22A-991A8360F93E}" dt="2026-03-02T10:42:03.300" v="519" actId="164"/>
          <ac:spMkLst>
            <pc:docMk/>
            <pc:sldMk cId="1218045144" sldId="331"/>
            <ac:spMk id="14" creationId="{49B0AC90-22F1-B7B8-57A8-5F5F27CC3E1F}"/>
          </ac:spMkLst>
        </pc:spChg>
        <pc:grpChg chg="add mod">
          <ac:chgData name="Ison, Graham" userId="ac16118c-999a-4a17-b03f-82145771d116" providerId="ADAL" clId="{3815F268-C05A-5E0B-B22A-991A8360F93E}" dt="2026-03-02T10:42:15.062" v="530" actId="1035"/>
          <ac:grpSpMkLst>
            <pc:docMk/>
            <pc:sldMk cId="1218045144" sldId="331"/>
            <ac:grpSpMk id="15" creationId="{BE8E2968-5D53-11B6-03E4-9008BDF4C43B}"/>
          </ac:grpSpMkLst>
        </pc:grpChg>
      </pc:sldChg>
      <pc:sldChg chg="addSp modSp mod">
        <pc:chgData name="Ison, Graham" userId="ac16118c-999a-4a17-b03f-82145771d116" providerId="ADAL" clId="{3815F268-C05A-5E0B-B22A-991A8360F93E}" dt="2026-03-02T10:42:29.546" v="532" actId="1035"/>
        <pc:sldMkLst>
          <pc:docMk/>
          <pc:sldMk cId="151477214" sldId="333"/>
        </pc:sldMkLst>
        <pc:spChg chg="mod">
          <ac:chgData name="Ison, Graham" userId="ac16118c-999a-4a17-b03f-82145771d116" providerId="ADAL" clId="{3815F268-C05A-5E0B-B22A-991A8360F93E}" dt="2026-03-02T10:41:19.997" v="502" actId="164"/>
          <ac:spMkLst>
            <pc:docMk/>
            <pc:sldMk cId="151477214" sldId="333"/>
            <ac:spMk id="17" creationId="{C869FB96-87D0-5B19-DB9C-5BFBAA548772}"/>
          </ac:spMkLst>
        </pc:spChg>
        <pc:spChg chg="mod">
          <ac:chgData name="Ison, Graham" userId="ac16118c-999a-4a17-b03f-82145771d116" providerId="ADAL" clId="{3815F268-C05A-5E0B-B22A-991A8360F93E}" dt="2026-03-02T10:41:19.997" v="502" actId="164"/>
          <ac:spMkLst>
            <pc:docMk/>
            <pc:sldMk cId="151477214" sldId="333"/>
            <ac:spMk id="23" creationId="{D998D5EB-F618-A194-6720-D7DD81485111}"/>
          </ac:spMkLst>
        </pc:spChg>
        <pc:spChg chg="mod">
          <ac:chgData name="Ison, Graham" userId="ac16118c-999a-4a17-b03f-82145771d116" providerId="ADAL" clId="{3815F268-C05A-5E0B-B22A-991A8360F93E}" dt="2026-03-02T10:41:19.997" v="502" actId="164"/>
          <ac:spMkLst>
            <pc:docMk/>
            <pc:sldMk cId="151477214" sldId="333"/>
            <ac:spMk id="26" creationId="{1A3A5A7C-86E2-3765-2885-0AC95CAD540D}"/>
          </ac:spMkLst>
        </pc:spChg>
        <pc:spChg chg="mod">
          <ac:chgData name="Ison, Graham" userId="ac16118c-999a-4a17-b03f-82145771d116" providerId="ADAL" clId="{3815F268-C05A-5E0B-B22A-991A8360F93E}" dt="2026-03-02T10:41:19.997" v="502" actId="164"/>
          <ac:spMkLst>
            <pc:docMk/>
            <pc:sldMk cId="151477214" sldId="333"/>
            <ac:spMk id="27" creationId="{17646D83-F969-678D-BC13-79675B884A2D}"/>
          </ac:spMkLst>
        </pc:spChg>
        <pc:spChg chg="mod">
          <ac:chgData name="Ison, Graham" userId="ac16118c-999a-4a17-b03f-82145771d116" providerId="ADAL" clId="{3815F268-C05A-5E0B-B22A-991A8360F93E}" dt="2026-03-02T10:41:19.997" v="502" actId="164"/>
          <ac:spMkLst>
            <pc:docMk/>
            <pc:sldMk cId="151477214" sldId="333"/>
            <ac:spMk id="31" creationId="{F29D662B-7DDB-00D7-9B49-CAB017E96AC2}"/>
          </ac:spMkLst>
        </pc:spChg>
        <pc:spChg chg="mod">
          <ac:chgData name="Ison, Graham" userId="ac16118c-999a-4a17-b03f-82145771d116" providerId="ADAL" clId="{3815F268-C05A-5E0B-B22A-991A8360F93E}" dt="2026-03-02T10:41:19.997" v="502" actId="164"/>
          <ac:spMkLst>
            <pc:docMk/>
            <pc:sldMk cId="151477214" sldId="333"/>
            <ac:spMk id="33" creationId="{C9A2460C-8089-A897-B5B6-1B2B0E2571B7}"/>
          </ac:spMkLst>
        </pc:spChg>
        <pc:spChg chg="mod">
          <ac:chgData name="Ison, Graham" userId="ac16118c-999a-4a17-b03f-82145771d116" providerId="ADAL" clId="{3815F268-C05A-5E0B-B22A-991A8360F93E}" dt="2026-03-02T10:41:19.997" v="502" actId="164"/>
          <ac:spMkLst>
            <pc:docMk/>
            <pc:sldMk cId="151477214" sldId="333"/>
            <ac:spMk id="38" creationId="{CB317EDB-7694-4D90-AC4C-3EC474FF0CDA}"/>
          </ac:spMkLst>
        </pc:spChg>
        <pc:spChg chg="mod">
          <ac:chgData name="Ison, Graham" userId="ac16118c-999a-4a17-b03f-82145771d116" providerId="ADAL" clId="{3815F268-C05A-5E0B-B22A-991A8360F93E}" dt="2026-03-02T10:41:19.997" v="502" actId="164"/>
          <ac:spMkLst>
            <pc:docMk/>
            <pc:sldMk cId="151477214" sldId="333"/>
            <ac:spMk id="40" creationId="{FD353962-BCD8-6250-2938-B40B14A21F3A}"/>
          </ac:spMkLst>
        </pc:spChg>
        <pc:spChg chg="mod">
          <ac:chgData name="Ison, Graham" userId="ac16118c-999a-4a17-b03f-82145771d116" providerId="ADAL" clId="{3815F268-C05A-5E0B-B22A-991A8360F93E}" dt="2026-03-02T10:41:19.997" v="502" actId="164"/>
          <ac:spMkLst>
            <pc:docMk/>
            <pc:sldMk cId="151477214" sldId="333"/>
            <ac:spMk id="41" creationId="{60C8776B-E8E5-4ACF-3BDB-B453A1CA8441}"/>
          </ac:spMkLst>
        </pc:spChg>
        <pc:grpChg chg="mod">
          <ac:chgData name="Ison, Graham" userId="ac16118c-999a-4a17-b03f-82145771d116" providerId="ADAL" clId="{3815F268-C05A-5E0B-B22A-991A8360F93E}" dt="2026-03-02T10:42:29.546" v="532" actId="1035"/>
          <ac:grpSpMkLst>
            <pc:docMk/>
            <pc:sldMk cId="151477214" sldId="333"/>
            <ac:grpSpMk id="3" creationId="{E865F673-C453-D742-B4B9-D6A9743A1B47}"/>
          </ac:grpSpMkLst>
        </pc:grpChg>
        <pc:grpChg chg="mod">
          <ac:chgData name="Ison, Graham" userId="ac16118c-999a-4a17-b03f-82145771d116" providerId="ADAL" clId="{3815F268-C05A-5E0B-B22A-991A8360F93E}" dt="2026-03-02T10:41:06.406" v="501" actId="1036"/>
          <ac:grpSpMkLst>
            <pc:docMk/>
            <pc:sldMk cId="151477214" sldId="333"/>
            <ac:grpSpMk id="6" creationId="{27DD0361-3C01-9FB6-73A7-F6F217ED0A50}"/>
          </ac:grpSpMkLst>
        </pc:grpChg>
        <pc:picChg chg="mod">
          <ac:chgData name="Ison, Graham" userId="ac16118c-999a-4a17-b03f-82145771d116" providerId="ADAL" clId="{3815F268-C05A-5E0B-B22A-991A8360F93E}" dt="2026-03-02T10:41:19.997" v="502" actId="164"/>
          <ac:picMkLst>
            <pc:docMk/>
            <pc:sldMk cId="151477214" sldId="333"/>
            <ac:picMk id="21" creationId="{DD469EFE-A9A7-511B-13EE-7A04613693E4}"/>
          </ac:picMkLst>
        </pc:picChg>
      </pc:sldChg>
      <pc:sldChg chg="addSp modSp mod">
        <pc:chgData name="Ison, Graham" userId="ac16118c-999a-4a17-b03f-82145771d116" providerId="ADAL" clId="{3815F268-C05A-5E0B-B22A-991A8360F93E}" dt="2026-03-02T10:44:12.550" v="564" actId="1035"/>
        <pc:sldMkLst>
          <pc:docMk/>
          <pc:sldMk cId="2935123935" sldId="334"/>
        </pc:sldMkLst>
        <pc:spChg chg="mod">
          <ac:chgData name="Ison, Graham" userId="ac16118c-999a-4a17-b03f-82145771d116" providerId="ADAL" clId="{3815F268-C05A-5E0B-B22A-991A8360F93E}" dt="2026-03-02T10:43:19.335" v="541" actId="164"/>
          <ac:spMkLst>
            <pc:docMk/>
            <pc:sldMk cId="2935123935" sldId="334"/>
            <ac:spMk id="3" creationId="{32494DE1-8088-82B9-AEF0-B9D7E1F25F7C}"/>
          </ac:spMkLst>
        </pc:spChg>
        <pc:spChg chg="mod">
          <ac:chgData name="Ison, Graham" userId="ac16118c-999a-4a17-b03f-82145771d116" providerId="ADAL" clId="{3815F268-C05A-5E0B-B22A-991A8360F93E}" dt="2026-03-02T10:43:19.335" v="541" actId="164"/>
          <ac:spMkLst>
            <pc:docMk/>
            <pc:sldMk cId="2935123935" sldId="334"/>
            <ac:spMk id="4" creationId="{3831B13F-DF20-9E70-150C-84B1C3E2411F}"/>
          </ac:spMkLst>
        </pc:spChg>
        <pc:spChg chg="mod">
          <ac:chgData name="Ison, Graham" userId="ac16118c-999a-4a17-b03f-82145771d116" providerId="ADAL" clId="{3815F268-C05A-5E0B-B22A-991A8360F93E}" dt="2026-03-02T10:43:19.335" v="541" actId="164"/>
          <ac:spMkLst>
            <pc:docMk/>
            <pc:sldMk cId="2935123935" sldId="334"/>
            <ac:spMk id="5" creationId="{DB254652-AA44-4601-307E-D8B4CE1C4F1E}"/>
          </ac:spMkLst>
        </pc:spChg>
        <pc:spChg chg="mod">
          <ac:chgData name="Ison, Graham" userId="ac16118c-999a-4a17-b03f-82145771d116" providerId="ADAL" clId="{3815F268-C05A-5E0B-B22A-991A8360F93E}" dt="2026-03-02T10:43:19.335" v="541" actId="164"/>
          <ac:spMkLst>
            <pc:docMk/>
            <pc:sldMk cId="2935123935" sldId="334"/>
            <ac:spMk id="12" creationId="{B03A7C82-1548-8196-B1E8-F89F5E0B221E}"/>
          </ac:spMkLst>
        </pc:spChg>
        <pc:spChg chg="mod">
          <ac:chgData name="Ison, Graham" userId="ac16118c-999a-4a17-b03f-82145771d116" providerId="ADAL" clId="{3815F268-C05A-5E0B-B22A-991A8360F93E}" dt="2026-03-02T10:43:19.335" v="541" actId="164"/>
          <ac:spMkLst>
            <pc:docMk/>
            <pc:sldMk cId="2935123935" sldId="334"/>
            <ac:spMk id="13" creationId="{FD4281CA-370B-974C-1253-D3F60A82AE89}"/>
          </ac:spMkLst>
        </pc:spChg>
        <pc:spChg chg="mod">
          <ac:chgData name="Ison, Graham" userId="ac16118c-999a-4a17-b03f-82145771d116" providerId="ADAL" clId="{3815F268-C05A-5E0B-B22A-991A8360F93E}" dt="2026-03-02T10:43:19.335" v="541" actId="164"/>
          <ac:spMkLst>
            <pc:docMk/>
            <pc:sldMk cId="2935123935" sldId="334"/>
            <ac:spMk id="14" creationId="{DED30ED1-9216-836D-FBE0-67E995D09178}"/>
          </ac:spMkLst>
        </pc:spChg>
        <pc:spChg chg="mod">
          <ac:chgData name="Ison, Graham" userId="ac16118c-999a-4a17-b03f-82145771d116" providerId="ADAL" clId="{3815F268-C05A-5E0B-B22A-991A8360F93E}" dt="2026-03-02T10:43:19.335" v="541" actId="164"/>
          <ac:spMkLst>
            <pc:docMk/>
            <pc:sldMk cId="2935123935" sldId="334"/>
            <ac:spMk id="15" creationId="{3E341FC6-8021-7666-3D19-A47A6FED005A}"/>
          </ac:spMkLst>
        </pc:spChg>
        <pc:spChg chg="mod">
          <ac:chgData name="Ison, Graham" userId="ac16118c-999a-4a17-b03f-82145771d116" providerId="ADAL" clId="{3815F268-C05A-5E0B-B22A-991A8360F93E}" dt="2026-03-02T10:43:19.335" v="541" actId="164"/>
          <ac:spMkLst>
            <pc:docMk/>
            <pc:sldMk cId="2935123935" sldId="334"/>
            <ac:spMk id="16" creationId="{7B237C5B-BFBE-238C-23BF-A6BD817EA5D9}"/>
          </ac:spMkLst>
        </pc:spChg>
        <pc:spChg chg="mod">
          <ac:chgData name="Ison, Graham" userId="ac16118c-999a-4a17-b03f-82145771d116" providerId="ADAL" clId="{3815F268-C05A-5E0B-B22A-991A8360F93E}" dt="2026-03-02T10:43:19.335" v="541" actId="164"/>
          <ac:spMkLst>
            <pc:docMk/>
            <pc:sldMk cId="2935123935" sldId="334"/>
            <ac:spMk id="17" creationId="{9A685DB1-5354-326A-2C3E-679605BC5180}"/>
          </ac:spMkLst>
        </pc:spChg>
        <pc:spChg chg="mod">
          <ac:chgData name="Ison, Graham" userId="ac16118c-999a-4a17-b03f-82145771d116" providerId="ADAL" clId="{3815F268-C05A-5E0B-B22A-991A8360F93E}" dt="2026-03-02T10:43:19.335" v="541" actId="164"/>
          <ac:spMkLst>
            <pc:docMk/>
            <pc:sldMk cId="2935123935" sldId="334"/>
            <ac:spMk id="18" creationId="{94AA91F6-BE1F-78D2-4209-F7E9B99EA831}"/>
          </ac:spMkLst>
        </pc:spChg>
        <pc:spChg chg="mod">
          <ac:chgData name="Ison, Graham" userId="ac16118c-999a-4a17-b03f-82145771d116" providerId="ADAL" clId="{3815F268-C05A-5E0B-B22A-991A8360F93E}" dt="2026-03-02T10:43:09.505" v="540" actId="164"/>
          <ac:spMkLst>
            <pc:docMk/>
            <pc:sldMk cId="2935123935" sldId="334"/>
            <ac:spMk id="19" creationId="{8890D3CC-50AC-D54D-4B86-7617807A54CC}"/>
          </ac:spMkLst>
        </pc:spChg>
        <pc:grpChg chg="mod">
          <ac:chgData name="Ison, Graham" userId="ac16118c-999a-4a17-b03f-82145771d116" providerId="ADAL" clId="{3815F268-C05A-5E0B-B22A-991A8360F93E}" dt="2026-03-02T10:43:08.923" v="539" actId="1035"/>
          <ac:grpSpMkLst>
            <pc:docMk/>
            <pc:sldMk cId="2935123935" sldId="334"/>
            <ac:grpSpMk id="8" creationId="{E25D10A2-FF4D-98CC-0576-568EB377AB04}"/>
          </ac:grpSpMkLst>
        </pc:grpChg>
        <pc:grpChg chg="mod">
          <ac:chgData name="Ison, Graham" userId="ac16118c-999a-4a17-b03f-82145771d116" providerId="ADAL" clId="{3815F268-C05A-5E0B-B22A-991A8360F93E}" dt="2026-03-02T10:44:12.550" v="564" actId="1035"/>
          <ac:grpSpMkLst>
            <pc:docMk/>
            <pc:sldMk cId="2935123935" sldId="334"/>
            <ac:grpSpMk id="9" creationId="{176AF692-C56E-018E-8282-EC90FD1AE45F}"/>
          </ac:grpSpMkLst>
        </pc:grpChg>
      </pc:sldChg>
      <pc:sldChg chg="modSp add mod ord">
        <pc:chgData name="Ison, Graham" userId="ac16118c-999a-4a17-b03f-82145771d116" providerId="ADAL" clId="{3815F268-C05A-5E0B-B22A-991A8360F93E}" dt="2026-02-28T21:34:16.365" v="32" actId="20577"/>
        <pc:sldMkLst>
          <pc:docMk/>
          <pc:sldMk cId="996119370" sldId="337"/>
        </pc:sldMkLst>
        <pc:spChg chg="mod">
          <ac:chgData name="Ison, Graham" userId="ac16118c-999a-4a17-b03f-82145771d116" providerId="ADAL" clId="{3815F268-C05A-5E0B-B22A-991A8360F93E}" dt="2026-02-28T21:34:16.365" v="32" actId="20577"/>
          <ac:spMkLst>
            <pc:docMk/>
            <pc:sldMk cId="996119370" sldId="337"/>
            <ac:spMk id="2" creationId="{5A68E7B8-D7BD-C5EF-B13C-2C7A03BF53E7}"/>
          </ac:spMkLst>
        </pc:spChg>
      </pc:sldChg>
      <pc:sldChg chg="addSp modSp mod modAnim">
        <pc:chgData name="Ison, Graham" userId="ac16118c-999a-4a17-b03f-82145771d116" providerId="ADAL" clId="{3815F268-C05A-5E0B-B22A-991A8360F93E}" dt="2026-03-02T10:30:54.632" v="373"/>
        <pc:sldMkLst>
          <pc:docMk/>
          <pc:sldMk cId="3005057017" sldId="341"/>
        </pc:sldMkLst>
        <pc:spChg chg="add mod">
          <ac:chgData name="Ison, Graham" userId="ac16118c-999a-4a17-b03f-82145771d116" providerId="ADAL" clId="{3815F268-C05A-5E0B-B22A-991A8360F93E}" dt="2026-03-02T10:30:42.078" v="360" actId="13822"/>
          <ac:spMkLst>
            <pc:docMk/>
            <pc:sldMk cId="3005057017" sldId="341"/>
            <ac:spMk id="10" creationId="{A8E90228-5016-23A6-1901-1AFA43682046}"/>
          </ac:spMkLst>
        </pc:spChg>
      </pc:sldChg>
      <pc:sldChg chg="modSp add del mod">
        <pc:chgData name="Ison, Graham" userId="ac16118c-999a-4a17-b03f-82145771d116" providerId="ADAL" clId="{3815F268-C05A-5E0B-B22A-991A8360F93E}" dt="2026-03-02T10:44:47.662" v="565" actId="2696"/>
        <pc:sldMkLst>
          <pc:docMk/>
          <pc:sldMk cId="2770388360" sldId="344"/>
        </pc:sldMkLst>
        <pc:spChg chg="mod">
          <ac:chgData name="Ison, Graham" userId="ac16118c-999a-4a17-b03f-82145771d116" providerId="ADAL" clId="{3815F268-C05A-5E0B-B22A-991A8360F93E}" dt="2026-03-02T10:38:42.582" v="425" actId="14100"/>
          <ac:spMkLst>
            <pc:docMk/>
            <pc:sldMk cId="2770388360" sldId="344"/>
            <ac:spMk id="8" creationId="{B64C8D4B-59BB-D057-AFE2-68FE8354B78D}"/>
          </ac:spMkLst>
        </pc:spChg>
        <pc:spChg chg="mod">
          <ac:chgData name="Ison, Graham" userId="ac16118c-999a-4a17-b03f-82145771d116" providerId="ADAL" clId="{3815F268-C05A-5E0B-B22A-991A8360F93E}" dt="2026-03-02T10:38:41.866" v="423" actId="14100"/>
          <ac:spMkLst>
            <pc:docMk/>
            <pc:sldMk cId="2770388360" sldId="344"/>
            <ac:spMk id="9" creationId="{2A5720DB-82A2-15E2-40AD-020D720C6644}"/>
          </ac:spMkLst>
        </pc:spChg>
        <pc:spChg chg="mod">
          <ac:chgData name="Ison, Graham" userId="ac16118c-999a-4a17-b03f-82145771d116" providerId="ADAL" clId="{3815F268-C05A-5E0B-B22A-991A8360F93E}" dt="2026-03-02T10:38:41.401" v="421" actId="14100"/>
          <ac:spMkLst>
            <pc:docMk/>
            <pc:sldMk cId="2770388360" sldId="344"/>
            <ac:spMk id="10" creationId="{0454A544-4897-E181-BDDA-9783117E5491}"/>
          </ac:spMkLst>
        </pc:spChg>
        <pc:spChg chg="mod">
          <ac:chgData name="Ison, Graham" userId="ac16118c-999a-4a17-b03f-82145771d116" providerId="ADAL" clId="{3815F268-C05A-5E0B-B22A-991A8360F93E}" dt="2026-03-02T10:38:40.675" v="418" actId="14100"/>
          <ac:spMkLst>
            <pc:docMk/>
            <pc:sldMk cId="2770388360" sldId="344"/>
            <ac:spMk id="12" creationId="{986FA4BA-B20F-08B6-492B-935AF2DA43E3}"/>
          </ac:spMkLst>
        </pc:spChg>
        <pc:spChg chg="mod">
          <ac:chgData name="Ison, Graham" userId="ac16118c-999a-4a17-b03f-82145771d116" providerId="ADAL" clId="{3815F268-C05A-5E0B-B22A-991A8360F93E}" dt="2026-03-02T10:38:40.054" v="416" actId="14100"/>
          <ac:spMkLst>
            <pc:docMk/>
            <pc:sldMk cId="2770388360" sldId="344"/>
            <ac:spMk id="15" creationId="{5FC2F8B8-9C49-2594-482B-4227781AD466}"/>
          </ac:spMkLst>
        </pc:spChg>
        <pc:spChg chg="mod">
          <ac:chgData name="Ison, Graham" userId="ac16118c-999a-4a17-b03f-82145771d116" providerId="ADAL" clId="{3815F268-C05A-5E0B-B22A-991A8360F93E}" dt="2026-03-02T10:38:30.523" v="414" actId="403"/>
          <ac:spMkLst>
            <pc:docMk/>
            <pc:sldMk cId="2770388360" sldId="344"/>
            <ac:spMk id="18" creationId="{C4F971A8-D560-E49F-02A5-D24C501B653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4AF6C0-9D1B-694A-88E1-F5022D85B649}" type="datetimeFigureOut">
              <a:rPr lang="en-US" smtClean="0"/>
              <a:t>3/2/26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6F9C5A-9158-8842-AC17-0278D3BFF712}" type="slidenum">
              <a:rPr lang="en-US" smtClean="0"/>
              <a:t>‹#›</a:t>
            </a:fld>
            <a:endParaRPr lang="en-US"/>
          </a:p>
        </p:txBody>
      </p:sp>
    </p:spTree>
    <p:extLst>
      <p:ext uri="{BB962C8B-B14F-4D97-AF65-F5344CB8AC3E}">
        <p14:creationId xmlns:p14="http://schemas.microsoft.com/office/powerpoint/2010/main" val="1601415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sz="1800" dirty="0"/>
              <a:t>We will start discussing the main Git concepts, starting with </a:t>
            </a:r>
            <a:r>
              <a:rPr lang="en-US" sz="1800" b="1" dirty="0"/>
              <a:t>commits and branches</a:t>
            </a:r>
            <a:r>
              <a:rPr lang="en-US" sz="1800" dirty="0"/>
              <a:t>. This will show</a:t>
            </a:r>
          </a:p>
          <a:p>
            <a:r>
              <a:rPr lang="en-US" sz="1800" dirty="0"/>
              <a:t>- how git works as a version control system, and</a:t>
            </a:r>
          </a:p>
          <a:p>
            <a:r>
              <a:rPr lang="en-US" sz="1800" dirty="0"/>
              <a:t>- what the development workflow looks like</a:t>
            </a:r>
          </a:p>
          <a:p>
            <a:endParaRPr lang="en-US" sz="1800" dirty="0"/>
          </a:p>
          <a:p>
            <a:r>
              <a:rPr lang="en-US" sz="1800" dirty="0"/>
              <a:t>Once you have initialized Git for a project, you will see a .git folder in your working directory. Git is now monitoring all the changes you make to the directory.</a:t>
            </a:r>
          </a:p>
          <a:p>
            <a:r>
              <a:rPr lang="en-US" sz="1800" dirty="0"/>
              <a:t>You can create some files, and whenever you want, you can tell Git to take a </a:t>
            </a:r>
            <a:r>
              <a:rPr lang="en-US" sz="1800" b="1" dirty="0"/>
              <a:t>snapshot of their current status</a:t>
            </a:r>
            <a:r>
              <a:rPr lang="en-US" sz="1800" dirty="0"/>
              <a:t>. A snapshot is called </a:t>
            </a:r>
            <a:r>
              <a:rPr lang="en-US" sz="1800" b="1" dirty="0"/>
              <a:t>a commit</a:t>
            </a:r>
            <a:r>
              <a:rPr lang="en-US" sz="1800" dirty="0"/>
              <a:t>.</a:t>
            </a:r>
          </a:p>
          <a:p>
            <a:r>
              <a:rPr lang="en-US" sz="1800" dirty="0"/>
              <a:t>We can represent a commit as a blob.</a:t>
            </a:r>
          </a:p>
          <a:p>
            <a:endParaRPr lang="en-US" sz="1800" dirty="0"/>
          </a:p>
          <a:p>
            <a:r>
              <a:rPr lang="en-US" sz="1800" dirty="0"/>
              <a:t>We’ll label the first commit as 1. (In reality, the ID is a long hexadecimal string called a hash.)</a:t>
            </a:r>
          </a:p>
          <a:p>
            <a:r>
              <a:rPr lang="en-US" sz="1800" dirty="0"/>
              <a:t>This first commit is a saved snapshot of all the files in our project at this initial point in time.</a:t>
            </a:r>
          </a:p>
          <a:p>
            <a:endParaRPr lang="en-US" sz="1800" dirty="0"/>
          </a:p>
          <a:p>
            <a:r>
              <a:rPr lang="en-US" sz="1800" dirty="0"/>
              <a:t>We can make some changes to the files and make a second commit. Now the project looks like version 2, but version 1 is saved in git and you could look at the files how they were in version 1, or switch back to it completely.</a:t>
            </a:r>
          </a:p>
          <a:p>
            <a:endParaRPr lang="en-US" sz="1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ea typeface="Calibri" panose="020F0502020204030204" pitchFamily="34" charset="0"/>
                <a:cs typeface="Arial" panose="020B0604020202020204" pitchFamily="34" charset="0"/>
              </a:rPr>
              <a:t>The ability to create commits, each containing a different state of your repository, and to switch between the commits, is what makes Git a </a:t>
            </a:r>
            <a:r>
              <a:rPr lang="en-US" sz="1800" b="1" dirty="0">
                <a:effectLst/>
                <a:latin typeface="Calibri" panose="020F0502020204030204" pitchFamily="34" charset="0"/>
                <a:ea typeface="Calibri" panose="020F0502020204030204" pitchFamily="34" charset="0"/>
                <a:cs typeface="Arial" panose="020B0604020202020204" pitchFamily="34" charset="0"/>
              </a:rPr>
              <a:t>version control system</a:t>
            </a:r>
            <a:r>
              <a:rPr lang="en-US" sz="1800" dirty="0">
                <a:effectLst/>
                <a:latin typeface="Calibri" panose="020F0502020204030204" pitchFamily="34" charset="0"/>
                <a:ea typeface="Calibri" panose="020F0502020204030204" pitchFamily="34" charset="0"/>
                <a:cs typeface="Arial" panose="020B0604020202020204" pitchFamily="34" charset="0"/>
              </a:rPr>
              <a:t>.</a:t>
            </a:r>
            <a:endParaRPr lang="en-US" sz="1800" dirty="0"/>
          </a:p>
          <a:p>
            <a:endParaRPr lang="en-US" sz="1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A project can go off on tangents, say to add new features. Each tangent is called a branch. </a:t>
            </a:r>
            <a:r>
              <a:rPr lang="en-GB" sz="2800" dirty="0">
                <a:effectLst/>
                <a:latin typeface="Calibri" panose="020F0502020204030204" pitchFamily="34" charset="0"/>
                <a:ea typeface="Calibri" panose="020F0502020204030204" pitchFamily="34" charset="0"/>
              </a:rPr>
              <a:t>By default, Git labels your initial branch "</a:t>
            </a:r>
            <a:r>
              <a:rPr lang="en-GB" sz="2800" b="1" dirty="0">
                <a:effectLst/>
                <a:latin typeface="Calibri" panose="020F0502020204030204" pitchFamily="34" charset="0"/>
                <a:ea typeface="Calibri" panose="020F0502020204030204" pitchFamily="34" charset="0"/>
              </a:rPr>
              <a:t>main</a:t>
            </a:r>
            <a:r>
              <a:rPr lang="en-GB" sz="2800" dirty="0">
                <a:effectLst/>
                <a:latin typeface="Calibri" panose="020F0502020204030204" pitchFamily="34" charset="0"/>
                <a:ea typeface="Calibri" panose="020F0502020204030204" pitchFamily="34" charset="0"/>
              </a:rPr>
              <a:t>".</a:t>
            </a:r>
            <a:r>
              <a:rPr lang="en-GB" sz="1800" dirty="0">
                <a:effectLst/>
              </a:rPr>
              <a:t> Technically,</a:t>
            </a:r>
            <a:r>
              <a:rPr lang="en-GB" sz="1800" dirty="0"/>
              <a:t> a branch itself is a </a:t>
            </a:r>
            <a:r>
              <a:rPr lang="en-GB" sz="1800" b="1" dirty="0"/>
              <a:t>label</a:t>
            </a:r>
            <a:r>
              <a:rPr lang="en-GB" sz="1800" dirty="0"/>
              <a:t> that points to one commit, but </a:t>
            </a:r>
            <a:r>
              <a:rPr lang="en-GB" sz="1800" b="1" dirty="0"/>
              <a:t>moves along </a:t>
            </a:r>
            <a:r>
              <a:rPr lang="en-GB" sz="1800" dirty="0"/>
              <a:t>as new commits are added to the chain it tracks.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800" dirty="0"/>
              <a:t>If you want to work on a </a:t>
            </a:r>
            <a:r>
              <a:rPr lang="en-GB" sz="1800" b="1" dirty="0"/>
              <a:t>new feature</a:t>
            </a:r>
            <a:r>
              <a:rPr lang="en-GB" sz="1800" dirty="0"/>
              <a:t>. you can create a </a:t>
            </a:r>
            <a:r>
              <a:rPr lang="en-GB" sz="1800" b="1" dirty="0"/>
              <a:t>new branch</a:t>
            </a:r>
            <a:r>
              <a:rPr lang="en-GB" sz="1800" dirty="0"/>
              <a:t>. Here we create a new branch called </a:t>
            </a:r>
            <a:r>
              <a:rPr lang="en-GB" sz="1800" dirty="0" err="1"/>
              <a:t>new_feature</a:t>
            </a:r>
            <a:r>
              <a:rPr lang="en-GB" sz="1800" dirty="0"/>
              <a:t>.</a:t>
            </a:r>
            <a:r>
              <a:rPr lang="en-GB" sz="2800" dirty="0">
                <a:effectLst/>
                <a:latin typeface="Calibri" panose="020F0502020204030204" pitchFamily="34" charset="0"/>
                <a:ea typeface="Calibri" panose="020F0502020204030204" pitchFamily="34" charset="0"/>
              </a:rPr>
              <a:t> The new branch starts as just a new pointer to the current commit.</a:t>
            </a:r>
            <a:r>
              <a:rPr lang="en-GB" sz="1800" dirty="0"/>
              <a:t> But now if you add more commits, they will be added to the </a:t>
            </a:r>
            <a:r>
              <a:rPr lang="en-GB" sz="1800" dirty="0" err="1"/>
              <a:t>new_feature</a:t>
            </a:r>
            <a:r>
              <a:rPr lang="en-GB" sz="1800" dirty="0"/>
              <a:t> branch.</a:t>
            </a:r>
          </a:p>
          <a:p>
            <a:pPr>
              <a:lnSpc>
                <a:spcPct val="107000"/>
              </a:lnSpc>
              <a:spcAft>
                <a:spcPts val="800"/>
              </a:spcAft>
            </a:pPr>
            <a:r>
              <a:rPr lang="en-GB" sz="2800" dirty="0">
                <a:effectLst/>
                <a:latin typeface="Calibri" panose="020F0502020204030204" pitchFamily="34" charset="0"/>
                <a:ea typeface="Calibri" panose="020F0502020204030204" pitchFamily="34" charset="0"/>
                <a:cs typeface="Calibri" panose="020F0502020204030204" pitchFamily="34" charset="0"/>
              </a:rPr>
              <a:t>While you are working on your feature branch, you (or a colleague) might make changes to the main branch, so the branches will diverge - each branch contains changes that the other does not have.</a:t>
            </a:r>
          </a:p>
          <a:p>
            <a:pPr marL="0" marR="0" lvl="0" indent="0" algn="l" defTabSz="914400" rtl="0" eaLnBrk="1" fontAlgn="auto" latinLnBrk="0" hangingPunct="1">
              <a:lnSpc>
                <a:spcPct val="107000"/>
              </a:lnSpc>
              <a:spcBef>
                <a:spcPts val="0"/>
              </a:spcBef>
              <a:spcAft>
                <a:spcPts val="800"/>
              </a:spcAft>
              <a:buClrTx/>
              <a:buSzTx/>
              <a:buFontTx/>
              <a:buNone/>
              <a:tabLst/>
              <a:defRPr/>
            </a:pPr>
            <a:r>
              <a:rPr lang="en-GB" sz="2800" dirty="0">
                <a:effectLst/>
                <a:latin typeface="Calibri" panose="020F0502020204030204" pitchFamily="34" charset="0"/>
                <a:ea typeface="Calibri" panose="020F0502020204030204" pitchFamily="34" charset="0"/>
                <a:cs typeface="Calibri" panose="020F0502020204030204" pitchFamily="34" charset="0"/>
              </a:rPr>
              <a:t>Eventually, once your feature is complete, you can tell Git to </a:t>
            </a:r>
            <a:r>
              <a:rPr lang="en-GB" sz="2800" b="1" dirty="0">
                <a:effectLst/>
                <a:latin typeface="Calibri" panose="020F0502020204030204" pitchFamily="34" charset="0"/>
                <a:ea typeface="Calibri" panose="020F0502020204030204" pitchFamily="34" charset="0"/>
                <a:cs typeface="Calibri" panose="020F0502020204030204" pitchFamily="34" charset="0"/>
              </a:rPr>
              <a:t>merge it back into the main branch</a:t>
            </a:r>
            <a:r>
              <a:rPr lang="en-GB" sz="2800" dirty="0">
                <a:effectLst/>
                <a:latin typeface="Calibri" panose="020F0502020204030204" pitchFamily="34" charset="0"/>
                <a:ea typeface="Calibri" panose="020F0502020204030204" pitchFamily="34" charset="0"/>
                <a:cs typeface="Calibri" panose="020F0502020204030204" pitchFamily="34" charset="0"/>
              </a:rPr>
              <a:t>. Git handles this merge process so that the main branch then contains all the changes from both branches.</a:t>
            </a:r>
          </a:p>
          <a:p>
            <a:pPr marL="0" marR="0" lvl="0" indent="0" algn="l" defTabSz="914400" rtl="0" eaLnBrk="1" fontAlgn="auto" latinLnBrk="0" hangingPunct="1">
              <a:lnSpc>
                <a:spcPct val="107000"/>
              </a:lnSpc>
              <a:spcBef>
                <a:spcPts val="0"/>
              </a:spcBef>
              <a:spcAft>
                <a:spcPts val="800"/>
              </a:spcAft>
              <a:buClrTx/>
              <a:buSzTx/>
              <a:buFontTx/>
              <a:buNone/>
              <a:tabLst/>
              <a:defRPr/>
            </a:pPr>
            <a:endParaRPr lang="en-GB" sz="2800" dirty="0">
              <a:effectLst/>
              <a:latin typeface="Calibri" panose="020F0502020204030204" pitchFamily="34" charset="0"/>
              <a:ea typeface="Times New Roman" panose="02020603050405020304" pitchFamily="18" charset="0"/>
              <a:cs typeface="Calibri" panose="020F0502020204030204" pitchFamily="34" charset="0"/>
            </a:endParaRPr>
          </a:p>
          <a:p>
            <a:pPr marL="0" marR="0" lvl="0" indent="0" algn="l" defTabSz="914400" rtl="0" eaLnBrk="1" fontAlgn="auto" latinLnBrk="0" hangingPunct="1">
              <a:lnSpc>
                <a:spcPct val="107000"/>
              </a:lnSpc>
              <a:spcBef>
                <a:spcPts val="0"/>
              </a:spcBef>
              <a:spcAft>
                <a:spcPts val="800"/>
              </a:spcAft>
              <a:buClrTx/>
              <a:buSzTx/>
              <a:buFontTx/>
              <a:buNone/>
              <a:tabLst/>
              <a:defRPr/>
            </a:pPr>
            <a:r>
              <a:rPr lang="en-GB" sz="1800" dirty="0">
                <a:effectLst/>
                <a:latin typeface="Calibri" panose="020F0502020204030204" pitchFamily="34" charset="0"/>
                <a:ea typeface="Calibri" panose="020F0502020204030204" pitchFamily="34" charset="0"/>
                <a:cs typeface="Calibri" panose="020F0502020204030204" pitchFamily="34" charset="0"/>
              </a:rPr>
              <a:t>We can delete the feature branch – which is just a pointer – without  losing any work, since the commits remain, now they are part of the main branch.</a:t>
            </a:r>
          </a:p>
          <a:p>
            <a:pPr marL="0" marR="0" lvl="0" indent="0" algn="l" defTabSz="914400" rtl="0" eaLnBrk="1" fontAlgn="auto" latinLnBrk="0" hangingPunct="1">
              <a:lnSpc>
                <a:spcPct val="107000"/>
              </a:lnSpc>
              <a:spcBef>
                <a:spcPts val="0"/>
              </a:spcBef>
              <a:spcAft>
                <a:spcPts val="800"/>
              </a:spcAft>
              <a:buClrTx/>
              <a:buSzTx/>
              <a:buFontTx/>
              <a:buNone/>
              <a:tabLst/>
              <a:defRPr/>
            </a:pP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1" fontAlgn="auto" latinLnBrk="0" hangingPunct="1">
              <a:lnSpc>
                <a:spcPct val="107000"/>
              </a:lnSpc>
              <a:spcBef>
                <a:spcPts val="0"/>
              </a:spcBef>
              <a:spcAft>
                <a:spcPts val="800"/>
              </a:spcAft>
              <a:buClrTx/>
              <a:buSzTx/>
              <a:buFontTx/>
              <a:buNone/>
              <a:tabLst/>
              <a:defRPr/>
            </a:pPr>
            <a:r>
              <a:rPr lang="en-GB" sz="1800" dirty="0">
                <a:effectLst/>
                <a:latin typeface="Calibri" panose="020F0502020204030204" pitchFamily="34" charset="0"/>
                <a:ea typeface="Calibri" panose="020F0502020204030204" pitchFamily="34" charset="0"/>
                <a:cs typeface="Calibri" panose="020F0502020204030204" pitchFamily="34" charset="0"/>
              </a:rPr>
              <a:t>Git can handle most merges automatically, but if the two branches both contain changes to the same lines of code, Git will tell you there is a </a:t>
            </a:r>
            <a:r>
              <a:rPr lang="en-GB" sz="1800" b="1" dirty="0">
                <a:effectLst/>
                <a:latin typeface="Calibri" panose="020F0502020204030204" pitchFamily="34" charset="0"/>
                <a:ea typeface="Calibri" panose="020F0502020204030204" pitchFamily="34" charset="0"/>
                <a:cs typeface="Calibri" panose="020F0502020204030204" pitchFamily="34" charset="0"/>
              </a:rPr>
              <a:t>merge conflict</a:t>
            </a:r>
            <a:r>
              <a:rPr lang="en-GB" sz="1800" dirty="0">
                <a:effectLst/>
                <a:latin typeface="Calibri" panose="020F0502020204030204" pitchFamily="34" charset="0"/>
                <a:ea typeface="Calibri" panose="020F0502020204030204" pitchFamily="34" charset="0"/>
                <a:cs typeface="Calibri" panose="020F0502020204030204" pitchFamily="34" charset="0"/>
              </a:rPr>
              <a:t>, which you need to resolve manually before the merge can </a:t>
            </a:r>
            <a:r>
              <a:rPr lang="en-GB" sz="1800" dirty="0" err="1">
                <a:effectLst/>
                <a:latin typeface="Calibri" panose="020F0502020204030204" pitchFamily="34" charset="0"/>
                <a:ea typeface="Calibri" panose="020F0502020204030204" pitchFamily="34" charset="0"/>
                <a:cs typeface="Calibri" panose="020F0502020204030204" pitchFamily="34" charset="0"/>
              </a:rPr>
              <a:t>complet</a:t>
            </a:r>
            <a:r>
              <a:rPr lang="en-GB" sz="1800" dirty="0">
                <a:effectLst/>
                <a:latin typeface="Calibri" panose="020F0502020204030204" pitchFamily="34" charset="0"/>
                <a:ea typeface="Calibri" panose="020F0502020204030204" pitchFamily="34" charset="0"/>
                <a:cs typeface="Calibri" panose="020F0502020204030204" pitchFamily="34" charset="0"/>
              </a:rPr>
              <a:t>.</a:t>
            </a:r>
            <a:endParaRPr lang="en-GB" sz="1800" dirty="0">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endParaRPr lang="en-GB" sz="1800" dirty="0">
              <a:effectLst/>
              <a:latin typeface="Calibri" panose="020F0502020204030204" pitchFamily="34" charset="0"/>
              <a:ea typeface="Calibri" panose="020F0502020204030204" pitchFamily="34" charset="0"/>
              <a:cs typeface="Calibri" panose="020F0502020204030204" pitchFamily="34" charset="0"/>
            </a:endParaRPr>
          </a:p>
          <a:p>
            <a:r>
              <a:rPr lang="en-GB" sz="1800" dirty="0">
                <a:effectLst/>
                <a:latin typeface="Calibri" panose="020F0502020204030204" pitchFamily="34" charset="0"/>
                <a:ea typeface="Times New Roman" panose="02020603050405020304" pitchFamily="18" charset="0"/>
              </a:rPr>
              <a:t>Branches are a powerful feature of Git. An important benefit is they allow multiple people to work on separate features at the same time, each working on a separate branch. Git then handles the process of merging all the changes together.</a:t>
            </a:r>
          </a:p>
          <a:p>
            <a:endParaRPr lang="en-GB" sz="1800" dirty="0">
              <a:effectLst/>
              <a:latin typeface="Calibri" panose="020F0502020204030204" pitchFamily="34" charset="0"/>
              <a:ea typeface="Times New Roman" panose="02020603050405020304" pitchFamily="18" charset="0"/>
            </a:endParaRPr>
          </a:p>
          <a:p>
            <a:r>
              <a:rPr lang="en-GB" sz="1800" dirty="0">
                <a:effectLst/>
                <a:latin typeface="Calibri" panose="020F0502020204030204" pitchFamily="34" charset="0"/>
                <a:ea typeface="Times New Roman" panose="02020603050405020304" pitchFamily="18" charset="0"/>
              </a:rPr>
              <a:t>In the next slide we are going to illustrate how collaboration works using branches together with GitHub.</a:t>
            </a:r>
            <a:endParaRPr lang="en-GB" sz="180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7000"/>
              </a:lnSpc>
              <a:spcBef>
                <a:spcPts val="0"/>
              </a:spcBef>
              <a:spcAft>
                <a:spcPts val="800"/>
              </a:spcAft>
              <a:buClrTx/>
              <a:buSzTx/>
              <a:buFontTx/>
              <a:buNone/>
              <a:tabLst/>
              <a:defRPr/>
            </a:pPr>
            <a:endParaRPr lang="en-GB" sz="1800" dirty="0">
              <a:effectLst/>
              <a:latin typeface="Times New Roman" panose="02020603050405020304" pitchFamily="18" charset="0"/>
              <a:ea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EE287FF3-DD0A-1041-8411-E7BB8DD3414D}" type="slidenum">
              <a:rPr lang="en-US" smtClean="0"/>
              <a:t>6</a:t>
            </a:fld>
            <a:endParaRPr lang="en-US"/>
          </a:p>
        </p:txBody>
      </p:sp>
    </p:spTree>
    <p:extLst>
      <p:ext uri="{BB962C8B-B14F-4D97-AF65-F5344CB8AC3E}">
        <p14:creationId xmlns:p14="http://schemas.microsoft.com/office/powerpoint/2010/main" val="233573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b="1" dirty="0"/>
              <a:t>GitHub</a:t>
            </a:r>
            <a:r>
              <a:rPr lang="en-US" dirty="0"/>
              <a:t> is the web service that hosts the </a:t>
            </a:r>
            <a:r>
              <a:rPr lang="en-US" b="1" dirty="0"/>
              <a:t>central, shared version of your project </a:t>
            </a:r>
            <a:r>
              <a:rPr lang="en-US" dirty="0"/>
              <a:t>that collaborators can replicate and work on, and contribute their changes to.</a:t>
            </a:r>
          </a:p>
          <a:p>
            <a:r>
              <a:rPr lang="en-US" dirty="0"/>
              <a:t>We are going to illustrate how collaborators on a project can work on their </a:t>
            </a:r>
            <a:r>
              <a:rPr lang="en-US" b="1" dirty="0"/>
              <a:t>local copy </a:t>
            </a:r>
            <a:r>
              <a:rPr lang="en-US" dirty="0"/>
              <a:t>of the repo and then send their changes to the </a:t>
            </a:r>
            <a:r>
              <a:rPr lang="en-US" b="1" dirty="0"/>
              <a:t>shared GitHub repo</a:t>
            </a:r>
            <a:r>
              <a:rPr lang="en-US" dirty="0"/>
              <a:t>.</a:t>
            </a:r>
          </a:p>
          <a:p>
            <a:r>
              <a:rPr lang="en-US" dirty="0"/>
              <a:t>We will illustrate how GitHub is used to combine the separate contributions together.</a:t>
            </a:r>
          </a:p>
          <a:p>
            <a:endParaRPr lang="en-US" dirty="0"/>
          </a:p>
          <a:p>
            <a:r>
              <a:rPr lang="en-US" dirty="0"/>
              <a:t>We start with a repo created on GitHub. (The AP guidance tells you how to create a repo). The repo has a couple of commits in it already.</a:t>
            </a:r>
          </a:p>
          <a:p>
            <a:r>
              <a:rPr lang="en-US" dirty="0"/>
              <a:t>Then Kristina wants to contribute to the repo. So she </a:t>
            </a:r>
            <a:r>
              <a:rPr lang="en-US" b="1" dirty="0"/>
              <a:t>clones</a:t>
            </a:r>
            <a:r>
              <a:rPr lang="en-US" dirty="0"/>
              <a:t> the repo to make a copy of it in her Analytical Platform area (again following the AP guidance.)</a:t>
            </a:r>
          </a:p>
          <a:p>
            <a:r>
              <a:rPr lang="en-US" dirty="0"/>
              <a:t>Ian also wants to contribute so he does the same and clones the repo.</a:t>
            </a:r>
          </a:p>
          <a:p>
            <a:r>
              <a:rPr lang="en-US" dirty="0"/>
              <a:t>Kristina decides to add a feature. So she creates a </a:t>
            </a:r>
            <a:r>
              <a:rPr lang="en-US" b="1" dirty="0"/>
              <a:t>branch called feature_1</a:t>
            </a:r>
            <a:r>
              <a:rPr lang="en-US" dirty="0"/>
              <a:t>, so that her new feature will be isolated from the main branch until it is complete. Then she does some work to implement the new feature in a series of commits. When it is finished, she </a:t>
            </a:r>
            <a:r>
              <a:rPr lang="en-US" b="1" dirty="0"/>
              <a:t>”pushes” her </a:t>
            </a:r>
            <a:r>
              <a:rPr lang="en-US" b="1" dirty="0" err="1"/>
              <a:t>new_feature</a:t>
            </a:r>
            <a:r>
              <a:rPr lang="en-US" b="1" dirty="0"/>
              <a:t> branch</a:t>
            </a:r>
            <a:r>
              <a:rPr lang="en-US" dirty="0"/>
              <a:t> to the remote GitHub repo and it appears there for everyone to see. Note that it doesn’t yet appear on Ian’s repo – he will need to use the “Pull” command at some point to update his local repo.</a:t>
            </a:r>
          </a:p>
          <a:p>
            <a:r>
              <a:rPr lang="en-US" dirty="0"/>
              <a:t>Now Ian decides to add a different feature, so he creates, a </a:t>
            </a:r>
            <a:r>
              <a:rPr lang="en-US" b="1" dirty="0"/>
              <a:t>branch called feature_2</a:t>
            </a:r>
            <a:r>
              <a:rPr lang="en-US" dirty="0"/>
              <a:t>, branching off from a different commit on the "main" branch, and makes a series of commits until the feature is complete, and then he </a:t>
            </a:r>
            <a:r>
              <a:rPr lang="en-US" b="1" dirty="0"/>
              <a:t>“pushes” the branch</a:t>
            </a:r>
            <a:r>
              <a:rPr lang="en-US" dirty="0"/>
              <a:t> to GitHub.</a:t>
            </a:r>
          </a:p>
          <a:p>
            <a:r>
              <a:rPr lang="en-US" dirty="0"/>
              <a:t>Now the GitHub repo has all three branches as separate branches, and Kristina and Ian want their features to be merged into the “main” branch.</a:t>
            </a:r>
          </a:p>
          <a:p>
            <a:r>
              <a:rPr lang="en-US" dirty="0"/>
              <a:t>The way to do that is by creating a </a:t>
            </a:r>
            <a:r>
              <a:rPr lang="en-US" b="1" dirty="0"/>
              <a:t>“Pull request”</a:t>
            </a:r>
            <a:r>
              <a:rPr lang="en-US" dirty="0"/>
              <a:t> on GitHub. That creates a page on GitHub with features to discuss and review code, so other team members can review the code in each feature branch before it gets merged into main.</a:t>
            </a:r>
          </a:p>
          <a:p>
            <a:r>
              <a:rPr lang="en-US" dirty="0"/>
              <a:t>Kristina opens a </a:t>
            </a:r>
            <a:r>
              <a:rPr lang="en-US" b="1" dirty="0"/>
              <a:t>pull request for the feature_1 branch</a:t>
            </a:r>
            <a:r>
              <a:rPr lang="en-US" dirty="0"/>
              <a:t>. Once the review process is complete – typically a team-mate </a:t>
            </a:r>
            <a:r>
              <a:rPr lang="en-US" b="1" dirty="0"/>
              <a:t>reviews and approves</a:t>
            </a:r>
            <a:r>
              <a:rPr lang="en-US" dirty="0"/>
              <a:t> the pull request - she </a:t>
            </a:r>
            <a:r>
              <a:rPr lang="en-US" b="1" dirty="0"/>
              <a:t>merges it into main</a:t>
            </a:r>
            <a:r>
              <a:rPr lang="en-US" dirty="0"/>
              <a:t>…</a:t>
            </a:r>
          </a:p>
        </p:txBody>
      </p:sp>
      <p:sp>
        <p:nvSpPr>
          <p:cNvPr id="4" name="Slide Number Placeholder 3"/>
          <p:cNvSpPr>
            <a:spLocks noGrp="1"/>
          </p:cNvSpPr>
          <p:nvPr>
            <p:ph type="sldNum" sz="quarter" idx="5"/>
          </p:nvPr>
        </p:nvSpPr>
        <p:spPr/>
        <p:txBody>
          <a:bodyPr/>
          <a:lstStyle/>
          <a:p>
            <a:fld id="{EE287FF3-DD0A-1041-8411-E7BB8DD3414D}" type="slidenum">
              <a:rPr lang="en-US" smtClean="0"/>
              <a:t>7</a:t>
            </a:fld>
            <a:endParaRPr lang="en-US"/>
          </a:p>
        </p:txBody>
      </p:sp>
    </p:spTree>
    <p:extLst>
      <p:ext uri="{BB962C8B-B14F-4D97-AF65-F5344CB8AC3E}">
        <p14:creationId xmlns:p14="http://schemas.microsoft.com/office/powerpoint/2010/main" val="211365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6732A-B422-870C-CBED-6F1BAA191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870ED-9CB8-0459-5CA0-A76EF6ADB1B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2A91233-C066-8952-9320-1BAA59CD3427}"/>
              </a:ext>
            </a:extLst>
          </p:cNvPr>
          <p:cNvSpPr>
            <a:spLocks noGrp="1"/>
          </p:cNvSpPr>
          <p:nvPr>
            <p:ph type="body" idx="1"/>
          </p:nvPr>
        </p:nvSpPr>
        <p:spPr/>
        <p:txBody>
          <a:bodyPr/>
          <a:lstStyle/>
          <a:p>
            <a:r>
              <a:rPr lang="en-US" dirty="0"/>
              <a:t>… Now main contains the commits that were in the feature_1 branch.</a:t>
            </a:r>
          </a:p>
          <a:p>
            <a:endParaRPr lang="en-US" dirty="0"/>
          </a:p>
          <a:p>
            <a:r>
              <a:rPr lang="en-US" dirty="0"/>
              <a:t>And because main contains those commits (shown in blue here), the feature_1 branch is no longer needed - and best practice is to </a:t>
            </a:r>
            <a:r>
              <a:rPr lang="en-US" b="1" dirty="0"/>
              <a:t>delete it</a:t>
            </a:r>
            <a:r>
              <a:rPr lang="en-US" dirty="0"/>
              <a:t> so we don’t have old branches hanging around in the repo.</a:t>
            </a:r>
          </a:p>
          <a:p>
            <a:endParaRPr lang="en-US" dirty="0"/>
          </a:p>
          <a:p>
            <a:r>
              <a:rPr lang="en-US" dirty="0"/>
              <a:t>Ian also opens a </a:t>
            </a:r>
            <a:r>
              <a:rPr lang="en-US" b="1" dirty="0"/>
              <a:t>pull request for the feature_2 branch,</a:t>
            </a:r>
            <a:r>
              <a:rPr lang="en-US" dirty="0"/>
              <a:t> a colleague reviews and approves that, and then he </a:t>
            </a:r>
            <a:r>
              <a:rPr lang="en-US" b="1" dirty="0"/>
              <a:t>merges it into main</a:t>
            </a:r>
            <a:r>
              <a:rPr lang="en-US" dirty="0"/>
              <a:t> …</a:t>
            </a:r>
          </a:p>
        </p:txBody>
      </p:sp>
      <p:sp>
        <p:nvSpPr>
          <p:cNvPr id="4" name="Slide Number Placeholder 3">
            <a:extLst>
              <a:ext uri="{FF2B5EF4-FFF2-40B4-BE49-F238E27FC236}">
                <a16:creationId xmlns:a16="http://schemas.microsoft.com/office/drawing/2014/main" id="{21E41CFE-1B8D-058F-53F2-10A611277E30}"/>
              </a:ext>
            </a:extLst>
          </p:cNvPr>
          <p:cNvSpPr>
            <a:spLocks noGrp="1"/>
          </p:cNvSpPr>
          <p:nvPr>
            <p:ph type="sldNum" sz="quarter" idx="5"/>
          </p:nvPr>
        </p:nvSpPr>
        <p:spPr/>
        <p:txBody>
          <a:bodyPr/>
          <a:lstStyle/>
          <a:p>
            <a:fld id="{EE287FF3-DD0A-1041-8411-E7BB8DD3414D}" type="slidenum">
              <a:rPr lang="en-US" smtClean="0"/>
              <a:t>8</a:t>
            </a:fld>
            <a:endParaRPr lang="en-US"/>
          </a:p>
        </p:txBody>
      </p:sp>
    </p:spTree>
    <p:extLst>
      <p:ext uri="{BB962C8B-B14F-4D97-AF65-F5344CB8AC3E}">
        <p14:creationId xmlns:p14="http://schemas.microsoft.com/office/powerpoint/2010/main" val="42470018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9F50F-084D-5E01-7F8B-A776E4367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FA629-985F-C870-49D0-7A9541E1910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D6182B7-9BDC-2D3D-19B9-9C87E0E9F95E}"/>
              </a:ext>
            </a:extLst>
          </p:cNvPr>
          <p:cNvSpPr>
            <a:spLocks noGrp="1"/>
          </p:cNvSpPr>
          <p:nvPr>
            <p:ph type="body" idx="1"/>
          </p:nvPr>
        </p:nvSpPr>
        <p:spPr/>
        <p:txBody>
          <a:bodyPr/>
          <a:lstStyle/>
          <a:p>
            <a:r>
              <a:rPr lang="en-US" dirty="0"/>
              <a:t>… Now main contains the commits that were in the feature_2 branch, in addition to the previous feature_1 branch commits.</a:t>
            </a:r>
          </a:p>
          <a:p>
            <a:endParaRPr lang="en-US" dirty="0"/>
          </a:p>
          <a:p>
            <a:r>
              <a:rPr lang="en-US" dirty="0"/>
              <a:t>And the feature_2 branch can safely be deleted.</a:t>
            </a:r>
          </a:p>
          <a:p>
            <a:endParaRPr lang="en-US" dirty="0"/>
          </a:p>
          <a:p>
            <a:r>
              <a:rPr lang="en-US" dirty="0"/>
              <a:t>Note that at this point, the branches have </a:t>
            </a:r>
            <a:r>
              <a:rPr lang="en-US" b="1" dirty="0"/>
              <a:t>only been merged on the GitHub remote repo</a:t>
            </a:r>
            <a:r>
              <a:rPr lang="en-US" dirty="0"/>
              <a:t>. Neither Kristina or Ian’s local copy of the repo contains the merged changes to main.</a:t>
            </a:r>
          </a:p>
          <a:p>
            <a:endParaRPr lang="en-US" dirty="0"/>
          </a:p>
        </p:txBody>
      </p:sp>
      <p:sp>
        <p:nvSpPr>
          <p:cNvPr id="4" name="Slide Number Placeholder 3">
            <a:extLst>
              <a:ext uri="{FF2B5EF4-FFF2-40B4-BE49-F238E27FC236}">
                <a16:creationId xmlns:a16="http://schemas.microsoft.com/office/drawing/2014/main" id="{BD26CD6D-A62D-E28B-AA1D-9736D81C1B61}"/>
              </a:ext>
            </a:extLst>
          </p:cNvPr>
          <p:cNvSpPr>
            <a:spLocks noGrp="1"/>
          </p:cNvSpPr>
          <p:nvPr>
            <p:ph type="sldNum" sz="quarter" idx="5"/>
          </p:nvPr>
        </p:nvSpPr>
        <p:spPr/>
        <p:txBody>
          <a:bodyPr/>
          <a:lstStyle/>
          <a:p>
            <a:fld id="{EE287FF3-DD0A-1041-8411-E7BB8DD3414D}" type="slidenum">
              <a:rPr lang="en-US" smtClean="0"/>
              <a:t>9</a:t>
            </a:fld>
            <a:endParaRPr lang="en-US"/>
          </a:p>
        </p:txBody>
      </p:sp>
    </p:spTree>
    <p:extLst>
      <p:ext uri="{BB962C8B-B14F-4D97-AF65-F5344CB8AC3E}">
        <p14:creationId xmlns:p14="http://schemas.microsoft.com/office/powerpoint/2010/main" val="15188456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The last thing here is that both Kristina and Ian need to update their local copies of the main branch so that it contains the commits that have now been merged.</a:t>
            </a:r>
          </a:p>
          <a:p>
            <a:endParaRPr lang="en-US" dirty="0"/>
          </a:p>
          <a:p>
            <a:r>
              <a:rPr lang="en-US" dirty="0"/>
              <a:t>That is done using the “pull” command.</a:t>
            </a:r>
          </a:p>
          <a:p>
            <a:endParaRPr lang="en-US" dirty="0"/>
          </a:p>
          <a:p>
            <a:r>
              <a:rPr lang="en-US" dirty="0"/>
              <a:t>Kristina pulls from GitHub to update her repo, and so does Ian, and now their copies of the main branch are both up to date and they can start on their next contributions.</a:t>
            </a:r>
          </a:p>
          <a:p>
            <a:endParaRPr lang="en-US" dirty="0"/>
          </a:p>
        </p:txBody>
      </p:sp>
      <p:sp>
        <p:nvSpPr>
          <p:cNvPr id="4" name="Slide Number Placeholder 3"/>
          <p:cNvSpPr>
            <a:spLocks noGrp="1"/>
          </p:cNvSpPr>
          <p:nvPr>
            <p:ph type="sldNum" sz="quarter" idx="5"/>
          </p:nvPr>
        </p:nvSpPr>
        <p:spPr/>
        <p:txBody>
          <a:bodyPr/>
          <a:lstStyle/>
          <a:p>
            <a:fld id="{EE287FF3-DD0A-1041-8411-E7BB8DD3414D}" type="slidenum">
              <a:rPr lang="en-US" smtClean="0"/>
              <a:t>10</a:t>
            </a:fld>
            <a:endParaRPr lang="en-US"/>
          </a:p>
        </p:txBody>
      </p:sp>
    </p:spTree>
    <p:extLst>
      <p:ext uri="{BB962C8B-B14F-4D97-AF65-F5344CB8AC3E}">
        <p14:creationId xmlns:p14="http://schemas.microsoft.com/office/powerpoint/2010/main" val="2859181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86AD6-7476-2B39-40DD-6E1B6EBF3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527A1D-DDF1-8C21-CBAD-3B1364D83F4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438709F-0058-E649-624C-F7C6DCBB3E9A}"/>
              </a:ext>
            </a:extLst>
          </p:cNvPr>
          <p:cNvSpPr>
            <a:spLocks noGrp="1"/>
          </p:cNvSpPr>
          <p:nvPr>
            <p:ph type="body" idx="1"/>
          </p:nvPr>
        </p:nvSpPr>
        <p:spPr/>
        <p:txBody>
          <a:bodyPr/>
          <a:lstStyle/>
          <a:p>
            <a:r>
              <a:rPr lang="en-US" dirty="0"/>
              <a:t>Having looked at the big picture, we will now discuss the steps in making a commit.</a:t>
            </a:r>
          </a:p>
          <a:p>
            <a:r>
              <a:rPr lang="en-US" dirty="0"/>
              <a:t>There are three states a file can be in with git.</a:t>
            </a:r>
          </a:p>
          <a:p>
            <a:r>
              <a:rPr lang="en-US" dirty="0"/>
              <a:t>When you do a regular file save, the file is saved in your working directory as usual.</a:t>
            </a:r>
          </a:p>
          <a:p>
            <a:r>
              <a:rPr lang="en-US" dirty="0"/>
              <a:t>Git will notice if a file has changed and flag it.</a:t>
            </a:r>
          </a:p>
          <a:p>
            <a:r>
              <a:rPr lang="en-US" dirty="0"/>
              <a:t>If you want to add the change to a commit, you tell git to add the file to the “staging area”</a:t>
            </a:r>
          </a:p>
          <a:p>
            <a:r>
              <a:rPr lang="en-US" dirty="0"/>
              <a:t>You can add multiple files and changes to the staging area. You add files until you have added all the changes you want to bundle up into a commit. </a:t>
            </a:r>
            <a:r>
              <a:rPr lang="en-US" dirty="0" err="1"/>
              <a:t>Typicallly</a:t>
            </a:r>
            <a:r>
              <a:rPr lang="en-US" dirty="0"/>
              <a:t>, a commit will be a small, self-contained change to the code.</a:t>
            </a:r>
          </a:p>
          <a:p>
            <a:r>
              <a:rPr lang="en-US" dirty="0"/>
              <a:t>Once you have all the changes you want in the staging area, you make a commit. That adds your commit to the commit history, making it a saved snapshot in your project history, saved in the .git directory.</a:t>
            </a:r>
          </a:p>
          <a:p>
            <a:endParaRPr lang="en-US" dirty="0"/>
          </a:p>
        </p:txBody>
      </p:sp>
      <p:sp>
        <p:nvSpPr>
          <p:cNvPr id="4" name="Slide Number Placeholder 3">
            <a:extLst>
              <a:ext uri="{FF2B5EF4-FFF2-40B4-BE49-F238E27FC236}">
                <a16:creationId xmlns:a16="http://schemas.microsoft.com/office/drawing/2014/main" id="{158C1A08-A9AE-064B-D6CA-74B442768963}"/>
              </a:ext>
            </a:extLst>
          </p:cNvPr>
          <p:cNvSpPr>
            <a:spLocks noGrp="1"/>
          </p:cNvSpPr>
          <p:nvPr>
            <p:ph type="sldNum" sz="quarter" idx="5"/>
          </p:nvPr>
        </p:nvSpPr>
        <p:spPr/>
        <p:txBody>
          <a:bodyPr/>
          <a:lstStyle/>
          <a:p>
            <a:fld id="{EE287FF3-DD0A-1041-8411-E7BB8DD3414D}" type="slidenum">
              <a:rPr lang="en-US" smtClean="0"/>
              <a:t>11</a:t>
            </a:fld>
            <a:endParaRPr lang="en-US"/>
          </a:p>
        </p:txBody>
      </p:sp>
    </p:spTree>
    <p:extLst>
      <p:ext uri="{BB962C8B-B14F-4D97-AF65-F5344CB8AC3E}">
        <p14:creationId xmlns:p14="http://schemas.microsoft.com/office/powerpoint/2010/main" val="16416267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55A8A-61DB-2F96-06FD-C3328B8664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441B8-A637-3CE5-D776-6EEA2868360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F3A0A12-596B-DE40-2C17-63042C62A011}"/>
              </a:ext>
            </a:extLst>
          </p:cNvPr>
          <p:cNvSpPr>
            <a:spLocks noGrp="1"/>
          </p:cNvSpPr>
          <p:nvPr>
            <p:ph type="body" idx="1"/>
          </p:nvPr>
        </p:nvSpPr>
        <p:spPr/>
        <p:txBody>
          <a:bodyPr/>
          <a:lstStyle/>
          <a:p>
            <a:r>
              <a:rPr lang="en-US" dirty="0"/>
              <a:t>View the working directory in the files pane</a:t>
            </a:r>
          </a:p>
          <a:p>
            <a:r>
              <a:rPr lang="en-US" dirty="0"/>
              <a:t>View the staging area in the git pane</a:t>
            </a:r>
          </a:p>
          <a:p>
            <a:r>
              <a:rPr lang="en-US" dirty="0"/>
              <a:t>View the commit history in the git history window</a:t>
            </a:r>
          </a:p>
        </p:txBody>
      </p:sp>
      <p:sp>
        <p:nvSpPr>
          <p:cNvPr id="4" name="Slide Number Placeholder 3">
            <a:extLst>
              <a:ext uri="{FF2B5EF4-FFF2-40B4-BE49-F238E27FC236}">
                <a16:creationId xmlns:a16="http://schemas.microsoft.com/office/drawing/2014/main" id="{025AFD7B-6F21-CCDC-FE02-C91E8ABEBAAA}"/>
              </a:ext>
            </a:extLst>
          </p:cNvPr>
          <p:cNvSpPr>
            <a:spLocks noGrp="1"/>
          </p:cNvSpPr>
          <p:nvPr>
            <p:ph type="sldNum" sz="quarter" idx="5"/>
          </p:nvPr>
        </p:nvSpPr>
        <p:spPr/>
        <p:txBody>
          <a:bodyPr/>
          <a:lstStyle/>
          <a:p>
            <a:fld id="{EE287FF3-DD0A-1041-8411-E7BB8DD3414D}" type="slidenum">
              <a:rPr lang="en-US" smtClean="0"/>
              <a:t>12</a:t>
            </a:fld>
            <a:endParaRPr lang="en-US"/>
          </a:p>
        </p:txBody>
      </p:sp>
    </p:spTree>
    <p:extLst>
      <p:ext uri="{BB962C8B-B14F-4D97-AF65-F5344CB8AC3E}">
        <p14:creationId xmlns:p14="http://schemas.microsoft.com/office/powerpoint/2010/main" val="5206595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4E979-BC7D-480A-F148-6DD9C1764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1D4908-E75D-B917-BE4A-5EEC952550E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A41269B-02AC-524E-77F7-12D068C99D9B}"/>
              </a:ext>
            </a:extLst>
          </p:cNvPr>
          <p:cNvSpPr>
            <a:spLocks noGrp="1"/>
          </p:cNvSpPr>
          <p:nvPr>
            <p:ph type="body" idx="1"/>
          </p:nvPr>
        </p:nvSpPr>
        <p:spPr/>
        <p:txBody>
          <a:bodyPr/>
          <a:lstStyle/>
          <a:p>
            <a:r>
              <a:rPr lang="en-US" dirty="0"/>
              <a:t>To view the state of the working directory and staging area: git status</a:t>
            </a:r>
          </a:p>
          <a:p>
            <a:r>
              <a:rPr lang="en-US" dirty="0"/>
              <a:t>To view the commit history: git log</a:t>
            </a:r>
          </a:p>
          <a:p>
            <a:endParaRPr lang="en-US" dirty="0"/>
          </a:p>
          <a:p>
            <a:r>
              <a:rPr lang="en-US" dirty="0"/>
              <a:t>To stage files: git add</a:t>
            </a:r>
          </a:p>
          <a:p>
            <a:r>
              <a:rPr lang="en-US" dirty="0"/>
              <a:t>To commit everything in the staging area: git commit</a:t>
            </a:r>
          </a:p>
          <a:p>
            <a:endParaRPr lang="en-US" dirty="0"/>
          </a:p>
        </p:txBody>
      </p:sp>
      <p:sp>
        <p:nvSpPr>
          <p:cNvPr id="4" name="Slide Number Placeholder 3">
            <a:extLst>
              <a:ext uri="{FF2B5EF4-FFF2-40B4-BE49-F238E27FC236}">
                <a16:creationId xmlns:a16="http://schemas.microsoft.com/office/drawing/2014/main" id="{F7763BC2-4DF2-151F-E4EF-E991DAB9B720}"/>
              </a:ext>
            </a:extLst>
          </p:cNvPr>
          <p:cNvSpPr>
            <a:spLocks noGrp="1"/>
          </p:cNvSpPr>
          <p:nvPr>
            <p:ph type="sldNum" sz="quarter" idx="5"/>
          </p:nvPr>
        </p:nvSpPr>
        <p:spPr/>
        <p:txBody>
          <a:bodyPr/>
          <a:lstStyle/>
          <a:p>
            <a:fld id="{EE287FF3-DD0A-1041-8411-E7BB8DD3414D}" type="slidenum">
              <a:rPr lang="en-US" smtClean="0"/>
              <a:t>13</a:t>
            </a:fld>
            <a:endParaRPr lang="en-US"/>
          </a:p>
        </p:txBody>
      </p:sp>
    </p:spTree>
    <p:extLst>
      <p:ext uri="{BB962C8B-B14F-4D97-AF65-F5344CB8AC3E}">
        <p14:creationId xmlns:p14="http://schemas.microsoft.com/office/powerpoint/2010/main" val="13960313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6F9C5A-9158-8842-AC17-0278D3BFF712}" type="slidenum">
              <a:rPr lang="en-US" smtClean="0"/>
              <a:t>22</a:t>
            </a:fld>
            <a:endParaRPr lang="en-US"/>
          </a:p>
        </p:txBody>
      </p:sp>
    </p:spTree>
    <p:extLst>
      <p:ext uri="{BB962C8B-B14F-4D97-AF65-F5344CB8AC3E}">
        <p14:creationId xmlns:p14="http://schemas.microsoft.com/office/powerpoint/2010/main" val="1646151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6F9C5A-9158-8842-AC17-0278D3BFF712}" type="slidenum">
              <a:rPr lang="en-US" smtClean="0"/>
              <a:t>30</a:t>
            </a:fld>
            <a:endParaRPr lang="en-US"/>
          </a:p>
        </p:txBody>
      </p:sp>
    </p:spTree>
    <p:extLst>
      <p:ext uri="{BB962C8B-B14F-4D97-AF65-F5344CB8AC3E}">
        <p14:creationId xmlns:p14="http://schemas.microsoft.com/office/powerpoint/2010/main" val="25438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You can </a:t>
            </a:r>
            <a:r>
              <a:rPr lang="en-GB" dirty="0" err="1"/>
              <a:t>unstage</a:t>
            </a:r>
            <a:r>
              <a:rPr lang="en-GB" dirty="0"/>
              <a:t> a file using the </a:t>
            </a:r>
            <a:r>
              <a:rPr lang="en-GB" dirty="0" err="1"/>
              <a:t>Rstudio</a:t>
            </a:r>
            <a:r>
              <a:rPr lang="en-GB" dirty="0"/>
              <a:t> GUI - </a:t>
            </a:r>
            <a:r>
              <a:rPr lang="en-GB" sz="1200" kern="1200" dirty="0">
                <a:solidFill>
                  <a:schemeClr val="tx1"/>
                </a:solidFill>
                <a:effectLst/>
                <a:latin typeface="+mn-lt"/>
                <a:ea typeface="+mn-ea"/>
                <a:cs typeface="+mn-cs"/>
              </a:rPr>
              <a:t>untick the checkbox by the filename in the Git pane.</a:t>
            </a:r>
          </a:p>
          <a:p>
            <a:r>
              <a:rPr lang="en-GB" sz="1200" kern="1200" dirty="0">
                <a:solidFill>
                  <a:schemeClr val="tx1"/>
                </a:solidFill>
                <a:effectLst/>
                <a:latin typeface="+mn-lt"/>
                <a:ea typeface="+mn-ea"/>
                <a:cs typeface="+mn-cs"/>
              </a:rPr>
              <a:t>You can also amend the previous commit using the GUI - stage the changes you want to make and click on “commit”, but before typing a commit message, tick the “Amend previous commit” checkbox.</a:t>
            </a:r>
          </a:p>
          <a:p>
            <a:r>
              <a:rPr lang="en-GB" sz="1200" kern="1200" dirty="0">
                <a:solidFill>
                  <a:schemeClr val="tx1"/>
                </a:solidFill>
                <a:effectLst/>
                <a:latin typeface="+mn-lt"/>
                <a:ea typeface="+mn-ea"/>
                <a:cs typeface="+mn-cs"/>
              </a:rPr>
              <a:t>There is no option to revert a commit using the GUI.</a:t>
            </a:r>
            <a:endParaRPr lang="en-GB" dirty="0"/>
          </a:p>
        </p:txBody>
      </p:sp>
      <p:sp>
        <p:nvSpPr>
          <p:cNvPr id="4" name="Slide Number Placeholder 3"/>
          <p:cNvSpPr>
            <a:spLocks noGrp="1"/>
          </p:cNvSpPr>
          <p:nvPr>
            <p:ph type="sldNum" sz="quarter" idx="5"/>
          </p:nvPr>
        </p:nvSpPr>
        <p:spPr/>
        <p:txBody>
          <a:bodyPr/>
          <a:lstStyle/>
          <a:p>
            <a:fld id="{F76F9C5A-9158-8842-AC17-0278D3BFF712}" type="slidenum">
              <a:rPr lang="en-US" smtClean="0"/>
              <a:t>32</a:t>
            </a:fld>
            <a:endParaRPr lang="en-US"/>
          </a:p>
        </p:txBody>
      </p:sp>
    </p:spTree>
    <p:extLst>
      <p:ext uri="{BB962C8B-B14F-4D97-AF65-F5344CB8AC3E}">
        <p14:creationId xmlns:p14="http://schemas.microsoft.com/office/powerpoint/2010/main" val="1005446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dirty="0"/>
              <a:t>A merge conflict occurs when both branches have changed the same lines in a file</a:t>
            </a:r>
          </a:p>
        </p:txBody>
      </p:sp>
      <p:sp>
        <p:nvSpPr>
          <p:cNvPr id="4" name="Slide Number Placeholder 3"/>
          <p:cNvSpPr>
            <a:spLocks noGrp="1"/>
          </p:cNvSpPr>
          <p:nvPr>
            <p:ph type="sldNum" sz="quarter" idx="5"/>
          </p:nvPr>
        </p:nvSpPr>
        <p:spPr/>
        <p:txBody>
          <a:bodyPr/>
          <a:lstStyle/>
          <a:p>
            <a:fld id="{F76F9C5A-9158-8842-AC17-0278D3BFF712}" type="slidenum">
              <a:rPr lang="en-US" smtClean="0"/>
              <a:t>33</a:t>
            </a:fld>
            <a:endParaRPr lang="en-US"/>
          </a:p>
        </p:txBody>
      </p:sp>
    </p:spTree>
    <p:extLst>
      <p:ext uri="{BB962C8B-B14F-4D97-AF65-F5344CB8AC3E}">
        <p14:creationId xmlns:p14="http://schemas.microsoft.com/office/powerpoint/2010/main" val="11834323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B9CD-A4E8-E0FD-1C66-418472348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022B0E-D3C0-710E-8F47-8663F8E563E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6D5928E-A6D7-1DDE-2BBC-89C2E1D3FB5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CAB90E9-EBD4-4118-425D-61B7781D52F2}"/>
              </a:ext>
            </a:extLst>
          </p:cNvPr>
          <p:cNvSpPr>
            <a:spLocks noGrp="1"/>
          </p:cNvSpPr>
          <p:nvPr>
            <p:ph type="sldNum" sz="quarter" idx="5"/>
          </p:nvPr>
        </p:nvSpPr>
        <p:spPr/>
        <p:txBody>
          <a:bodyPr/>
          <a:lstStyle/>
          <a:p>
            <a:fld id="{F76F9C5A-9158-8842-AC17-0278D3BFF712}" type="slidenum">
              <a:rPr lang="en-US" smtClean="0"/>
              <a:t>34</a:t>
            </a:fld>
            <a:endParaRPr lang="en-US"/>
          </a:p>
        </p:txBody>
      </p:sp>
    </p:spTree>
    <p:extLst>
      <p:ext uri="{BB962C8B-B14F-4D97-AF65-F5344CB8AC3E}">
        <p14:creationId xmlns:p14="http://schemas.microsoft.com/office/powerpoint/2010/main" val="31240422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EC65F-E0FA-4B57-8672-E334BFCE0D2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0FE9CD6-2763-43B0-9BB7-3A09A88E49E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18E4EE1-E28A-4A39-8E04-C6C33396FC6B}"/>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E563DDF7-B784-42DD-932E-1BFBAE7BEF9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E458DA6-D780-49D9-B371-558EC2211466}"/>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9057917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9A542-9842-4528-8603-93533C77DFC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FCB9930-88EA-47D5-88D4-D7D3CDD8E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F3605FE-DB42-4021-9871-476D4772E4F7}"/>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EB87E9DC-C2C9-4237-982B-86E3DF1D506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7A1B7A1-B868-4A61-9E3F-89CDF43545B5}"/>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685284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406E9-C6C5-46FB-8A70-23B2B2EB713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4716029-17C3-4710-9851-D66987FD0FA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7B9BBB0-3E6E-4D45-B1F6-2E8A00025EEA}"/>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F425EE95-92B7-4092-959E-85237787FD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08A622-3402-4049-975B-BBAFD054E33F}"/>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551682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91E8A-A1D4-44DE-B25D-B3D0F1DE424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67BB6CB-B09A-4788-A527-66CC392280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DFC0905-058A-49F0-8BF2-5ED513DBAB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AC1B6D28-2823-48B6-B796-549BCDCE521F}"/>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6" name="Footer Placeholder 5">
            <a:extLst>
              <a:ext uri="{FF2B5EF4-FFF2-40B4-BE49-F238E27FC236}">
                <a16:creationId xmlns:a16="http://schemas.microsoft.com/office/drawing/2014/main" id="{38ABFA14-40F2-46B6-A3B1-008C9270BA6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420807A-6794-45E9-AE34-A37C081AA078}"/>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3137156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0974D-8E08-4AF5-A03C-B801BB1063A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A6CC319-44FB-4E81-8E21-3004DD81D1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307AB8-D05D-4A2E-A0C9-E90156DEBE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78E93F8-0606-42E6-B9F8-9228965B8C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CCAD63-2F29-4DAC-80BC-0E5F965C41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05D2F-F0DB-4820-899E-47090DE26D0E}"/>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8" name="Footer Placeholder 7">
            <a:extLst>
              <a:ext uri="{FF2B5EF4-FFF2-40B4-BE49-F238E27FC236}">
                <a16:creationId xmlns:a16="http://schemas.microsoft.com/office/drawing/2014/main" id="{28DE8A29-5DD8-4D6B-B6A5-BE85C7664888}"/>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DDE5A2-3A7E-4C1F-A2C6-2D5064D3041E}"/>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2812887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DD0A6-C600-4D2C-94D4-9C19EE3A8D15}"/>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82178FB-082A-4FE5-AE95-BF0FA29CA420}"/>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4" name="Footer Placeholder 3">
            <a:extLst>
              <a:ext uri="{FF2B5EF4-FFF2-40B4-BE49-F238E27FC236}">
                <a16:creationId xmlns:a16="http://schemas.microsoft.com/office/drawing/2014/main" id="{2E18A905-665F-423B-95B6-AA52C26E189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DFD53ED-8319-4BB7-B8FA-A55B87935200}"/>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1567351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5696B7-CAD7-4A30-A45A-C46985D2F974}"/>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3" name="Footer Placeholder 2">
            <a:extLst>
              <a:ext uri="{FF2B5EF4-FFF2-40B4-BE49-F238E27FC236}">
                <a16:creationId xmlns:a16="http://schemas.microsoft.com/office/drawing/2014/main" id="{A9396D53-2416-48DC-B34D-285DA4FFB2C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1E12F07-2729-4AAE-9B32-DDC3C047347A}"/>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1267594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DBBE1-6351-4949-9178-43FDAE645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77DDD05-A8EF-4DB6-8084-E769653E5F5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AAC079C5-7E6D-4964-9559-8DF5BD9853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2249DF-9BB7-40AD-8E82-FF253513FF09}"/>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6" name="Footer Placeholder 5">
            <a:extLst>
              <a:ext uri="{FF2B5EF4-FFF2-40B4-BE49-F238E27FC236}">
                <a16:creationId xmlns:a16="http://schemas.microsoft.com/office/drawing/2014/main" id="{5E447CCA-A3B1-49C3-92E1-B067E1AB0BD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0727889-9AE0-471C-95A1-16426D598833}"/>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2922865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6FB87-739D-48E9-A38D-8D4B045FB2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5E8D20E-8941-4A16-83FF-C61904E5A9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157A6926-38A9-4BD9-89B0-A62FF37C1A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6078D9-112B-4D4D-807C-44B68D850BBD}"/>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6" name="Footer Placeholder 5">
            <a:extLst>
              <a:ext uri="{FF2B5EF4-FFF2-40B4-BE49-F238E27FC236}">
                <a16:creationId xmlns:a16="http://schemas.microsoft.com/office/drawing/2014/main" id="{6FFCBE46-BA3E-4CC0-85F3-A07BADE3924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E4D8447-1C33-4FE7-AAB1-A8A76D6B94A1}"/>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35969656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3BFFC-24B0-42DE-8366-4D3ABFDA2B9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D5627EB-4D54-4BA4-A74C-E3A9A2F816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13CB32-44B9-4C7B-8AFD-2AECFE87538D}"/>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CF69AEA4-417E-4FE8-A48B-9C3B6819450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60C7F61-B16B-47A8-A861-9485DBF64658}"/>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875893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7BF7A3-E704-4A07-8C50-B971F6663C4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62F3BCC-7147-4100-A9E2-891434711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DBD4736-0107-431E-ACD8-DE184463DDEF}"/>
              </a:ext>
            </a:extLst>
          </p:cNvPr>
          <p:cNvSpPr>
            <a:spLocks noGrp="1"/>
          </p:cNvSpPr>
          <p:nvPr>
            <p:ph type="dt" sz="half" idx="10"/>
          </p:nvPr>
        </p:nvSpPr>
        <p:spPr/>
        <p:txBody>
          <a:body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D7BE09BE-6B6E-41A8-AD98-F2D4871C7F7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3C1A64A-4F67-4EB2-8B22-824B9584E37C}"/>
              </a:ext>
            </a:extLst>
          </p:cNvPr>
          <p:cNvSpPr>
            <a:spLocks noGrp="1"/>
          </p:cNvSpPr>
          <p:nvPr>
            <p:ph type="sldNum" sz="quarter" idx="12"/>
          </p:nvPr>
        </p:nvSpPr>
        <p:spPr/>
        <p:txBody>
          <a:bodyPr/>
          <a:lstStyle/>
          <a:p>
            <a:fld id="{52D8997C-B385-4571-B99C-D138B7F77A0B}" type="slidenum">
              <a:rPr lang="en-GB" smtClean="0"/>
              <a:t>‹#›</a:t>
            </a:fld>
            <a:endParaRPr lang="en-GB"/>
          </a:p>
        </p:txBody>
      </p:sp>
    </p:spTree>
    <p:extLst>
      <p:ext uri="{BB962C8B-B14F-4D97-AF65-F5344CB8AC3E}">
        <p14:creationId xmlns:p14="http://schemas.microsoft.com/office/powerpoint/2010/main" val="787093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72FA05-13A8-419B-87F4-D2976111E8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A35A858-303E-44FE-89D3-816D43E63E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63D560-7375-405D-81E1-C35ABC5DB7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E87295-D1B8-42CF-99E0-BB75CEDF8330}" type="datetimeFigureOut">
              <a:rPr lang="en-GB" smtClean="0"/>
              <a:t>02/03/2026</a:t>
            </a:fld>
            <a:endParaRPr lang="en-GB"/>
          </a:p>
        </p:txBody>
      </p:sp>
      <p:sp>
        <p:nvSpPr>
          <p:cNvPr id="5" name="Footer Placeholder 4">
            <a:extLst>
              <a:ext uri="{FF2B5EF4-FFF2-40B4-BE49-F238E27FC236}">
                <a16:creationId xmlns:a16="http://schemas.microsoft.com/office/drawing/2014/main" id="{E088C106-4AF4-46A8-AC95-2BB2603E60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F3730BC-8F3E-485D-88AE-8F631A72AD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D8997C-B385-4571-B99C-D138B7F77A0B}" type="slidenum">
              <a:rPr lang="en-GB" smtClean="0"/>
              <a:t>‹#›</a:t>
            </a:fld>
            <a:endParaRPr lang="en-GB"/>
          </a:p>
        </p:txBody>
      </p:sp>
    </p:spTree>
    <p:extLst>
      <p:ext uri="{BB962C8B-B14F-4D97-AF65-F5344CB8AC3E}">
        <p14:creationId xmlns:p14="http://schemas.microsoft.com/office/powerpoint/2010/main" val="2720614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4.tmp"/><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tmp"/></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1166E-B584-6B8D-0D38-4058610C5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B1E02C-4980-8FBC-D1D3-044D6D52468C}"/>
              </a:ext>
            </a:extLst>
          </p:cNvPr>
          <p:cNvSpPr>
            <a:spLocks noGrp="1"/>
          </p:cNvSpPr>
          <p:nvPr>
            <p:ph type="title"/>
          </p:nvPr>
        </p:nvSpPr>
        <p:spPr>
          <a:xfrm>
            <a:off x="838200" y="2766218"/>
            <a:ext cx="10515600" cy="1325563"/>
          </a:xfrm>
        </p:spPr>
        <p:txBody>
          <a:bodyPr>
            <a:normAutofit fontScale="90000"/>
          </a:bodyPr>
          <a:lstStyle/>
          <a:p>
            <a:r>
              <a:rPr lang="en-GB" sz="6600" b="1" dirty="0">
                <a:solidFill>
                  <a:srgbClr val="1D609D"/>
                </a:solidFill>
                <a:latin typeface="Arial" panose="020B0604020202020204" pitchFamily="34" charset="0"/>
                <a:cs typeface="Arial" panose="020B0604020202020204" pitchFamily="34" charset="0"/>
              </a:rPr>
              <a:t>Introduction to Git and GitHub</a:t>
            </a:r>
          </a:p>
        </p:txBody>
      </p:sp>
    </p:spTree>
    <p:extLst>
      <p:ext uri="{BB962C8B-B14F-4D97-AF65-F5344CB8AC3E}">
        <p14:creationId xmlns:p14="http://schemas.microsoft.com/office/powerpoint/2010/main" val="4734808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D0ED8-2BF3-FBF1-5B90-29442A4D45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68E7B8-D7BD-C5EF-B13C-2C7A03BF53E7}"/>
              </a:ext>
            </a:extLst>
          </p:cNvPr>
          <p:cNvSpPr>
            <a:spLocks noGrp="1"/>
          </p:cNvSpPr>
          <p:nvPr>
            <p:ph type="title"/>
          </p:nvPr>
        </p:nvSpPr>
        <p:spPr>
          <a:xfrm>
            <a:off x="838199" y="2766218"/>
            <a:ext cx="11012055" cy="1325563"/>
          </a:xfrm>
        </p:spPr>
        <p:txBody>
          <a:bodyPr>
            <a:noAutofit/>
          </a:bodyPr>
          <a:lstStyle/>
          <a:p>
            <a:r>
              <a:rPr lang="en-GB" sz="6600" b="1" dirty="0">
                <a:solidFill>
                  <a:srgbClr val="1D609D"/>
                </a:solidFill>
                <a:latin typeface="Arial" panose="020B0604020202020204" pitchFamily="34" charset="0"/>
                <a:cs typeface="Arial" panose="020B0604020202020204" pitchFamily="34" charset="0"/>
              </a:rPr>
              <a:t>1. Introduction</a:t>
            </a:r>
          </a:p>
        </p:txBody>
      </p:sp>
    </p:spTree>
    <p:extLst>
      <p:ext uri="{BB962C8B-B14F-4D97-AF65-F5344CB8AC3E}">
        <p14:creationId xmlns:p14="http://schemas.microsoft.com/office/powerpoint/2010/main" val="996119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5178C0-3AED-5D1A-905A-3F096D97C2AC}"/>
              </a:ext>
            </a:extLst>
          </p:cNvPr>
          <p:cNvSpPr txBox="1"/>
          <p:nvPr/>
        </p:nvSpPr>
        <p:spPr>
          <a:xfrm>
            <a:off x="1213439" y="0"/>
            <a:ext cx="9720000" cy="5543569"/>
          </a:xfrm>
          <a:prstGeom prst="rect">
            <a:avLst/>
          </a:prstGeom>
          <a:noFill/>
        </p:spPr>
        <p:txBody>
          <a:bodyPr wrap="square" rtlCol="0">
            <a:spAutoFit/>
          </a:bodyPr>
          <a:lstStyle/>
          <a:p>
            <a:pPr>
              <a:lnSpc>
                <a:spcPct val="150000"/>
              </a:lnSpc>
              <a:spcAft>
                <a:spcPts val="800"/>
              </a:spcAft>
            </a:pPr>
            <a:endParaRPr lang="en-GB" sz="1800" b="1" dirty="0">
              <a:solidFill>
                <a:srgbClr val="1D609D"/>
              </a:solidFill>
              <a:effectLst/>
              <a:latin typeface="Arial" panose="020B0604020202020204" pitchFamily="34" charset="0"/>
              <a:ea typeface="Calibri" panose="020F0502020204030204" pitchFamily="34" charset="0"/>
              <a:cs typeface="Arial" panose="020B0604020202020204" pitchFamily="34" charset="0"/>
            </a:endParaRPr>
          </a:p>
          <a:p>
            <a:pPr>
              <a:lnSpc>
                <a:spcPct val="150000"/>
              </a:lnSpc>
              <a:spcAft>
                <a:spcPts val="1400"/>
              </a:spcAft>
            </a:pPr>
            <a:r>
              <a:rPr lang="en-GB" sz="2800" b="1" dirty="0">
                <a:solidFill>
                  <a:srgbClr val="1D609D"/>
                </a:solidFill>
                <a:effectLst/>
                <a:latin typeface="Arial" panose="020B0604020202020204" pitchFamily="34" charset="0"/>
                <a:ea typeface="Calibri" panose="020F0502020204030204" pitchFamily="34" charset="0"/>
                <a:cs typeface="Arial" panose="020B0604020202020204" pitchFamily="34" charset="0"/>
              </a:rPr>
              <a:t>Session outline</a:t>
            </a:r>
            <a:endParaRPr lang="en-GB" sz="2800" dirty="0">
              <a:solidFill>
                <a:srgbClr val="1D609D"/>
              </a:solidFill>
              <a:effectLst/>
              <a:latin typeface="Arial" panose="020B0604020202020204" pitchFamily="34" charset="0"/>
              <a:ea typeface="Calibri" panose="020F0502020204030204" pitchFamily="34" charset="0"/>
              <a:cs typeface="Arial" panose="020B0604020202020204" pitchFamily="34" charset="0"/>
            </a:endParaRPr>
          </a:p>
          <a:p>
            <a:pPr marL="342900" lvl="0" indent="-342900">
              <a:lnSpc>
                <a:spcPct val="150000"/>
              </a:lnSpc>
              <a:buFont typeface="+mj-lt"/>
              <a:buAutoNum type="arabicPeriod"/>
            </a:pPr>
            <a:r>
              <a:rPr lang="en-GB" sz="2000" dirty="0">
                <a:effectLst/>
                <a:latin typeface="Calibri" panose="020F0502020204030204" pitchFamily="34" charset="0"/>
                <a:ea typeface="Calibri" panose="020F0502020204030204" pitchFamily="34" charset="0"/>
                <a:cs typeface="Arial" panose="020B0604020202020204" pitchFamily="34" charset="0"/>
              </a:rPr>
              <a:t>Introduce Git and GitHub and explain the benefits of using them.</a:t>
            </a:r>
          </a:p>
          <a:p>
            <a:pPr marL="342900" lvl="0" indent="-342900">
              <a:lnSpc>
                <a:spcPct val="150000"/>
              </a:lnSpc>
              <a:buFont typeface="+mj-lt"/>
              <a:buAutoNum type="arabicPeriod"/>
            </a:pPr>
            <a:r>
              <a:rPr lang="en-GB" sz="2000" dirty="0">
                <a:effectLst/>
                <a:latin typeface="Calibri" panose="020F0502020204030204" pitchFamily="34" charset="0"/>
                <a:ea typeface="Calibri" panose="020F0502020204030204" pitchFamily="34" charset="0"/>
                <a:cs typeface="Arial" panose="020B0604020202020204" pitchFamily="34" charset="0"/>
              </a:rPr>
              <a:t>Explain the concepts underpinning Git and GitHub.</a:t>
            </a:r>
          </a:p>
          <a:p>
            <a:pPr marL="342900" lvl="0" indent="-342900">
              <a:lnSpc>
                <a:spcPct val="150000"/>
              </a:lnSpc>
              <a:buFont typeface="+mj-lt"/>
              <a:buAutoNum type="arabicPeriod"/>
            </a:pPr>
            <a:r>
              <a:rPr lang="en-GB" sz="2000" dirty="0">
                <a:effectLst/>
                <a:latin typeface="Calibri" panose="020F0502020204030204" pitchFamily="34" charset="0"/>
                <a:ea typeface="Calibri" panose="020F0502020204030204" pitchFamily="34" charset="0"/>
                <a:cs typeface="Arial" panose="020B0604020202020204" pitchFamily="34" charset="0"/>
              </a:rPr>
              <a:t>Demonstrate the basic Git and GitHub workflows using both the RStudio graphical interface and the command line.</a:t>
            </a:r>
          </a:p>
          <a:p>
            <a:pPr marL="742950" lvl="1" indent="-285750">
              <a:lnSpc>
                <a:spcPct val="150000"/>
              </a:lnSpc>
              <a:buFont typeface="Wingdings" pitchFamily="2" charset="2"/>
              <a:buChar char="v"/>
            </a:pPr>
            <a:r>
              <a:rPr lang="en-GB" sz="2000" dirty="0">
                <a:latin typeface="Calibri" panose="020F0502020204030204" pitchFamily="34" charset="0"/>
                <a:ea typeface="Calibri" panose="020F0502020204030204" pitchFamily="34" charset="0"/>
                <a:cs typeface="Arial" panose="020B0604020202020204" pitchFamily="34" charset="0"/>
              </a:rPr>
              <a:t>Exercise	</a:t>
            </a: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342900" lvl="0" indent="-342900">
              <a:lnSpc>
                <a:spcPct val="150000"/>
              </a:lnSpc>
              <a:buFont typeface="+mj-lt"/>
              <a:buAutoNum type="arabicPeriod" startAt="4"/>
            </a:pPr>
            <a:r>
              <a:rPr lang="en-GB" sz="2000" dirty="0">
                <a:effectLst/>
                <a:latin typeface="Calibri" panose="020F0502020204030204" pitchFamily="34" charset="0"/>
                <a:ea typeface="Calibri" panose="020F0502020204030204" pitchFamily="34" charset="0"/>
                <a:cs typeface="Arial" panose="020B0604020202020204" pitchFamily="34" charset="0"/>
              </a:rPr>
              <a:t>Mention some more advanced features that you are likely to come across.</a:t>
            </a:r>
          </a:p>
          <a:p>
            <a:pPr marL="342900" lvl="0" indent="-342900">
              <a:lnSpc>
                <a:spcPct val="150000"/>
              </a:lnSpc>
              <a:buFont typeface="+mj-lt"/>
              <a:buAutoNum type="arabicPeriod" startAt="4"/>
            </a:pPr>
            <a:r>
              <a:rPr lang="en-GB" sz="2000" dirty="0">
                <a:effectLst/>
                <a:latin typeface="Calibri" panose="020F0502020204030204" pitchFamily="34" charset="0"/>
                <a:ea typeface="Calibri" panose="020F0502020204030204" pitchFamily="34" charset="0"/>
                <a:cs typeface="Arial" panose="020B0604020202020204" pitchFamily="34" charset="0"/>
              </a:rPr>
              <a:t>Discuss good practice for effective collaboration.</a:t>
            </a:r>
          </a:p>
          <a:p>
            <a:pPr marL="342900" lvl="0" indent="-342900">
              <a:lnSpc>
                <a:spcPct val="150000"/>
              </a:lnSpc>
              <a:buFont typeface="+mj-lt"/>
              <a:buAutoNum type="arabicPeriod" startAt="4"/>
            </a:pPr>
            <a:r>
              <a:rPr lang="en-GB" sz="2000" dirty="0">
                <a:effectLst/>
                <a:latin typeface="Calibri" panose="020F0502020204030204" pitchFamily="34" charset="0"/>
                <a:ea typeface="Calibri" panose="020F0502020204030204" pitchFamily="34" charset="0"/>
                <a:cs typeface="Arial" panose="020B0604020202020204" pitchFamily="34" charset="0"/>
              </a:rPr>
              <a:t>Mention some security considerations when using GitHub.</a:t>
            </a:r>
          </a:p>
          <a:p>
            <a:pPr marL="342900" lvl="0" indent="-342900">
              <a:lnSpc>
                <a:spcPct val="150000"/>
              </a:lnSpc>
              <a:spcAft>
                <a:spcPts val="800"/>
              </a:spcAft>
              <a:buFont typeface="+mj-lt"/>
              <a:buAutoNum type="arabicPeriod" startAt="4"/>
            </a:pPr>
            <a:r>
              <a:rPr lang="en-GB" sz="2000" dirty="0">
                <a:effectLst/>
                <a:latin typeface="Calibri" panose="020F0502020204030204" pitchFamily="34" charset="0"/>
                <a:ea typeface="Calibri" panose="020F0502020204030204" pitchFamily="34" charset="0"/>
                <a:cs typeface="Arial" panose="020B0604020202020204" pitchFamily="34" charset="0"/>
              </a:rPr>
              <a:t>Signpost additional resources.</a:t>
            </a:r>
          </a:p>
        </p:txBody>
      </p:sp>
    </p:spTree>
    <p:extLst>
      <p:ext uri="{BB962C8B-B14F-4D97-AF65-F5344CB8AC3E}">
        <p14:creationId xmlns:p14="http://schemas.microsoft.com/office/powerpoint/2010/main" val="947488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C767B2D-71ED-8241-FEFA-0E1BEBDC86BA}"/>
              </a:ext>
            </a:extLst>
          </p:cNvPr>
          <p:cNvSpPr txBox="1"/>
          <p:nvPr/>
        </p:nvSpPr>
        <p:spPr>
          <a:xfrm>
            <a:off x="1236000" y="0"/>
            <a:ext cx="5293244" cy="6163867"/>
          </a:xfrm>
          <a:prstGeom prst="rect">
            <a:avLst/>
          </a:prstGeom>
          <a:noFill/>
        </p:spPr>
        <p:txBody>
          <a:bodyPr wrap="none" rtlCol="0">
            <a:spAutoFit/>
          </a:bodyPr>
          <a:lstStyle/>
          <a:p>
            <a:pPr>
              <a:lnSpc>
                <a:spcPct val="150000"/>
              </a:lnSpc>
              <a:spcAft>
                <a:spcPts val="800"/>
              </a:spcAft>
            </a:pPr>
            <a:endParaRPr lang="en-GB" sz="1800" b="1" dirty="0">
              <a:solidFill>
                <a:srgbClr val="1D609D"/>
              </a:solidFill>
              <a:effectLst/>
              <a:latin typeface="Arial" panose="020B0604020202020204" pitchFamily="34" charset="0"/>
              <a:ea typeface="Calibri" panose="020F0502020204030204" pitchFamily="34" charset="0"/>
              <a:cs typeface="Arial" panose="020B0604020202020204" pitchFamily="34" charset="0"/>
            </a:endParaRPr>
          </a:p>
          <a:p>
            <a:pPr>
              <a:lnSpc>
                <a:spcPct val="150000"/>
              </a:lnSpc>
              <a:spcAft>
                <a:spcPts val="800"/>
              </a:spcAft>
            </a:pPr>
            <a:r>
              <a:rPr lang="en-GB" sz="2800" b="1" dirty="0">
                <a:solidFill>
                  <a:srgbClr val="1D609D"/>
                </a:solidFill>
                <a:effectLst/>
                <a:latin typeface="Arial" panose="020B0604020202020204" pitchFamily="34" charset="0"/>
                <a:ea typeface="Calibri" panose="020F0502020204030204" pitchFamily="34" charset="0"/>
                <a:cs typeface="Arial" panose="020B0604020202020204" pitchFamily="34" charset="0"/>
              </a:rPr>
              <a:t>What is Git?</a:t>
            </a:r>
            <a:endParaRPr lang="en-GB" sz="2800" dirty="0">
              <a:solidFill>
                <a:srgbClr val="1D609D"/>
              </a:solidFill>
              <a:effectLst/>
              <a:latin typeface="Arial" panose="020B0604020202020204" pitchFamily="34" charset="0"/>
              <a:ea typeface="Calibri" panose="020F0502020204030204" pitchFamily="34" charset="0"/>
              <a:cs typeface="Arial" panose="020B0604020202020204" pitchFamily="34" charset="0"/>
            </a:endParaRPr>
          </a:p>
          <a:p>
            <a:pPr lvl="0">
              <a:lnSpc>
                <a:spcPct val="150000"/>
              </a:lnSpc>
            </a:pPr>
            <a:r>
              <a:rPr lang="en-GB" b="1" dirty="0">
                <a:effectLst/>
                <a:latin typeface="Calibri" panose="020F0502020204030204" pitchFamily="34" charset="0"/>
                <a:ea typeface="Calibri" panose="020F0502020204030204" pitchFamily="34" charset="0"/>
                <a:cs typeface="Arial" panose="020B0604020202020204" pitchFamily="34" charset="0"/>
              </a:rPr>
              <a:t>Git – version control system</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Version control</a:t>
            </a:r>
          </a:p>
          <a:p>
            <a:pPr marL="742950" lvl="1" indent="-285750">
              <a:lnSpc>
                <a:spcPct val="150000"/>
              </a:lnSpc>
              <a:buFont typeface="Wingdings" pitchFamily="2" charset="2"/>
              <a:buChar char="v"/>
            </a:pPr>
            <a:r>
              <a:rPr lang="en-GB" dirty="0">
                <a:effectLst/>
                <a:latin typeface="Calibri" panose="020F0502020204030204" pitchFamily="34" charset="0"/>
                <a:ea typeface="Calibri" panose="020F0502020204030204" pitchFamily="34" charset="0"/>
                <a:cs typeface="Arial" panose="020B0604020202020204" pitchFamily="34" charset="0"/>
              </a:rPr>
              <a:t>Branching</a:t>
            </a:r>
          </a:p>
          <a:p>
            <a:pPr lvl="0">
              <a:lnSpc>
                <a:spcPct val="200000"/>
              </a:lnSpc>
            </a:pPr>
            <a:r>
              <a:rPr lang="en-GB" b="1" dirty="0">
                <a:latin typeface="Calibri" panose="020F0502020204030204" pitchFamily="34" charset="0"/>
                <a:ea typeface="Calibri" panose="020F0502020204030204" pitchFamily="34" charset="0"/>
                <a:cs typeface="Arial" panose="020B0604020202020204" pitchFamily="34" charset="0"/>
              </a:rPr>
              <a:t>GitHub – online platform for coding projects using Git</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Online access</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Collaboration</a:t>
            </a:r>
          </a:p>
          <a:p>
            <a:pPr lvl="0">
              <a:lnSpc>
                <a:spcPct val="200000"/>
              </a:lnSpc>
            </a:pPr>
            <a:r>
              <a:rPr lang="en-GB" b="1" dirty="0">
                <a:latin typeface="Calibri" panose="020F0502020204030204" pitchFamily="34" charset="0"/>
                <a:ea typeface="Calibri" panose="020F0502020204030204" pitchFamily="34" charset="0"/>
                <a:cs typeface="Arial" panose="020B0604020202020204" pitchFamily="34" charset="0"/>
              </a:rPr>
              <a:t>User interfaces</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Graphical user interface (will cover RStudio)</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Command line</a:t>
            </a:r>
          </a:p>
          <a:p>
            <a:pPr marL="742950" lvl="1" indent="-285750">
              <a:lnSpc>
                <a:spcPct val="150000"/>
              </a:lnSpc>
              <a:buFont typeface="Wingdings" pitchFamily="2" charset="2"/>
              <a:buChar char="v"/>
            </a:pPr>
            <a:r>
              <a:rPr lang="en-GB" dirty="0">
                <a:latin typeface="Calibri" panose="020F0502020204030204" pitchFamily="34" charset="0"/>
                <a:ea typeface="Calibri" panose="020F0502020204030204" pitchFamily="34" charset="0"/>
                <a:cs typeface="Arial" panose="020B0604020202020204" pitchFamily="34" charset="0"/>
              </a:rPr>
              <a:t>GitHub</a:t>
            </a:r>
          </a:p>
          <a:p>
            <a:pPr lvl="0">
              <a:lnSpc>
                <a:spcPct val="150000"/>
              </a:lnSpc>
            </a:pPr>
            <a:endParaRPr lang="en-GB" sz="1800" dirty="0">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439733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46D57-70E4-420F-A9B8-4736FDEF9B54}"/>
              </a:ext>
            </a:extLst>
          </p:cNvPr>
          <p:cNvSpPr>
            <a:spLocks noGrp="1"/>
          </p:cNvSpPr>
          <p:nvPr>
            <p:ph type="title"/>
          </p:nvPr>
        </p:nvSpPr>
        <p:spPr>
          <a:xfrm>
            <a:off x="838199" y="2766218"/>
            <a:ext cx="11012055" cy="1325563"/>
          </a:xfrm>
        </p:spPr>
        <p:txBody>
          <a:bodyPr>
            <a:noAutofit/>
          </a:bodyPr>
          <a:lstStyle/>
          <a:p>
            <a:r>
              <a:rPr lang="en-GB" sz="6600" b="1" dirty="0">
                <a:solidFill>
                  <a:srgbClr val="1D609D"/>
                </a:solidFill>
                <a:latin typeface="Arial" panose="020B0604020202020204" pitchFamily="34" charset="0"/>
                <a:cs typeface="Arial" panose="020B0604020202020204" pitchFamily="34" charset="0"/>
              </a:rPr>
              <a:t>2. Overview of Git and GitHub concepts</a:t>
            </a:r>
          </a:p>
        </p:txBody>
      </p:sp>
    </p:spTree>
    <p:extLst>
      <p:ext uri="{BB962C8B-B14F-4D97-AF65-F5344CB8AC3E}">
        <p14:creationId xmlns:p14="http://schemas.microsoft.com/office/powerpoint/2010/main" val="2463954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val 11">
            <a:extLst>
              <a:ext uri="{FF2B5EF4-FFF2-40B4-BE49-F238E27FC236}">
                <a16:creationId xmlns:a16="http://schemas.microsoft.com/office/drawing/2014/main" id="{EB8228B2-7C2B-AF43-200D-340F8C0A7A9C}"/>
              </a:ext>
            </a:extLst>
          </p:cNvPr>
          <p:cNvSpPr>
            <a:spLocks noChangeAspect="1"/>
          </p:cNvSpPr>
          <p:nvPr/>
        </p:nvSpPr>
        <p:spPr>
          <a:xfrm>
            <a:off x="2806304" y="3793300"/>
            <a:ext cx="580051" cy="580052"/>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TextBox 12">
            <a:extLst>
              <a:ext uri="{FF2B5EF4-FFF2-40B4-BE49-F238E27FC236}">
                <a16:creationId xmlns:a16="http://schemas.microsoft.com/office/drawing/2014/main" id="{FCAE5F64-5595-DD8F-8CF9-FC008E25E9A8}"/>
              </a:ext>
            </a:extLst>
          </p:cNvPr>
          <p:cNvSpPr txBox="1"/>
          <p:nvPr/>
        </p:nvSpPr>
        <p:spPr>
          <a:xfrm>
            <a:off x="2937036" y="4373352"/>
            <a:ext cx="439240" cy="596140"/>
          </a:xfrm>
          <a:prstGeom prst="rect">
            <a:avLst/>
          </a:prstGeom>
          <a:noFill/>
        </p:spPr>
        <p:txBody>
          <a:bodyPr wrap="square" rtlCol="0">
            <a:spAutoFit/>
          </a:bodyPr>
          <a:lstStyle/>
          <a:p>
            <a:r>
              <a:rPr lang="en-US" sz="2400" dirty="0">
                <a:solidFill>
                  <a:schemeClr val="accent2"/>
                </a:solidFill>
              </a:rPr>
              <a:t>1</a:t>
            </a:r>
          </a:p>
        </p:txBody>
      </p:sp>
      <p:sp>
        <p:nvSpPr>
          <p:cNvPr id="17" name="TextBox 16">
            <a:extLst>
              <a:ext uri="{FF2B5EF4-FFF2-40B4-BE49-F238E27FC236}">
                <a16:creationId xmlns:a16="http://schemas.microsoft.com/office/drawing/2014/main" id="{E66B3656-CF3F-5766-9910-A76F1D64A01E}"/>
              </a:ext>
            </a:extLst>
          </p:cNvPr>
          <p:cNvSpPr txBox="1"/>
          <p:nvPr/>
        </p:nvSpPr>
        <p:spPr>
          <a:xfrm>
            <a:off x="4273872" y="4373352"/>
            <a:ext cx="439240" cy="596140"/>
          </a:xfrm>
          <a:prstGeom prst="rect">
            <a:avLst/>
          </a:prstGeom>
          <a:noFill/>
        </p:spPr>
        <p:txBody>
          <a:bodyPr wrap="square" rtlCol="0">
            <a:spAutoFit/>
          </a:bodyPr>
          <a:lstStyle/>
          <a:p>
            <a:r>
              <a:rPr lang="en-US" sz="2400" dirty="0">
                <a:solidFill>
                  <a:schemeClr val="accent2"/>
                </a:solidFill>
              </a:rPr>
              <a:t>2</a:t>
            </a:r>
          </a:p>
        </p:txBody>
      </p:sp>
      <p:grpSp>
        <p:nvGrpSpPr>
          <p:cNvPr id="33" name="Group 32">
            <a:extLst>
              <a:ext uri="{FF2B5EF4-FFF2-40B4-BE49-F238E27FC236}">
                <a16:creationId xmlns:a16="http://schemas.microsoft.com/office/drawing/2014/main" id="{2B98FAC9-0683-8AF9-6D2E-C4D59E724643}"/>
              </a:ext>
            </a:extLst>
          </p:cNvPr>
          <p:cNvGrpSpPr/>
          <p:nvPr/>
        </p:nvGrpSpPr>
        <p:grpSpPr>
          <a:xfrm>
            <a:off x="3386355" y="3793300"/>
            <a:ext cx="1326757" cy="580052"/>
            <a:chOff x="3386355" y="3793300"/>
            <a:chExt cx="1326757" cy="580052"/>
          </a:xfrm>
        </p:grpSpPr>
        <p:sp>
          <p:nvSpPr>
            <p:cNvPr id="16" name="Oval 15">
              <a:extLst>
                <a:ext uri="{FF2B5EF4-FFF2-40B4-BE49-F238E27FC236}">
                  <a16:creationId xmlns:a16="http://schemas.microsoft.com/office/drawing/2014/main" id="{918ADABF-9A55-5588-6C36-EA64CE9BD08F}"/>
                </a:ext>
              </a:extLst>
            </p:cNvPr>
            <p:cNvSpPr>
              <a:spLocks noChangeAspect="1"/>
            </p:cNvSpPr>
            <p:nvPr/>
          </p:nvSpPr>
          <p:spPr>
            <a:xfrm>
              <a:off x="4133061" y="3793300"/>
              <a:ext cx="580051" cy="580052"/>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8" name="Straight Connector 17">
              <a:extLst>
                <a:ext uri="{FF2B5EF4-FFF2-40B4-BE49-F238E27FC236}">
                  <a16:creationId xmlns:a16="http://schemas.microsoft.com/office/drawing/2014/main" id="{F9158896-845E-5BFB-458D-911CE0146E34}"/>
                </a:ext>
              </a:extLst>
            </p:cNvPr>
            <p:cNvCxnSpPr>
              <a:cxnSpLocks/>
              <a:stCxn id="12" idx="6"/>
              <a:endCxn id="16" idx="2"/>
            </p:cNvCxnSpPr>
            <p:nvPr/>
          </p:nvCxnSpPr>
          <p:spPr>
            <a:xfrm>
              <a:off x="3386355" y="4083326"/>
              <a:ext cx="746705"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1" name="Down Arrow Callout 20">
            <a:extLst>
              <a:ext uri="{FF2B5EF4-FFF2-40B4-BE49-F238E27FC236}">
                <a16:creationId xmlns:a16="http://schemas.microsoft.com/office/drawing/2014/main" id="{293EBAE4-3626-6DF9-1B4F-2D4F09D218AA}"/>
              </a:ext>
            </a:extLst>
          </p:cNvPr>
          <p:cNvSpPr/>
          <p:nvPr/>
        </p:nvSpPr>
        <p:spPr>
          <a:xfrm>
            <a:off x="3583814" y="2890717"/>
            <a:ext cx="1670924" cy="838077"/>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2400" dirty="0">
                <a:solidFill>
                  <a:schemeClr val="tx1"/>
                </a:solidFill>
              </a:rPr>
              <a:t>main</a:t>
            </a:r>
            <a:endParaRPr lang="en-US" sz="1200" dirty="0">
              <a:solidFill>
                <a:schemeClr val="tx1"/>
              </a:solidFill>
            </a:endParaRPr>
          </a:p>
        </p:txBody>
      </p:sp>
      <p:sp>
        <p:nvSpPr>
          <p:cNvPr id="23" name="TextBox 22">
            <a:extLst>
              <a:ext uri="{FF2B5EF4-FFF2-40B4-BE49-F238E27FC236}">
                <a16:creationId xmlns:a16="http://schemas.microsoft.com/office/drawing/2014/main" id="{1DDC4425-8F39-99D8-7A5C-C86448410999}"/>
              </a:ext>
            </a:extLst>
          </p:cNvPr>
          <p:cNvSpPr txBox="1"/>
          <p:nvPr/>
        </p:nvSpPr>
        <p:spPr>
          <a:xfrm>
            <a:off x="5600629" y="4373352"/>
            <a:ext cx="439240" cy="596140"/>
          </a:xfrm>
          <a:prstGeom prst="rect">
            <a:avLst/>
          </a:prstGeom>
          <a:noFill/>
        </p:spPr>
        <p:txBody>
          <a:bodyPr wrap="square" rtlCol="0">
            <a:spAutoFit/>
          </a:bodyPr>
          <a:lstStyle/>
          <a:p>
            <a:r>
              <a:rPr lang="en-US" sz="2400" dirty="0">
                <a:solidFill>
                  <a:schemeClr val="accent2"/>
                </a:solidFill>
              </a:rPr>
              <a:t>3</a:t>
            </a:r>
          </a:p>
        </p:txBody>
      </p:sp>
      <p:grpSp>
        <p:nvGrpSpPr>
          <p:cNvPr id="44" name="Group 43">
            <a:extLst>
              <a:ext uri="{FF2B5EF4-FFF2-40B4-BE49-F238E27FC236}">
                <a16:creationId xmlns:a16="http://schemas.microsoft.com/office/drawing/2014/main" id="{1897074C-200E-0368-BBD9-4178744CCE7F}"/>
              </a:ext>
            </a:extLst>
          </p:cNvPr>
          <p:cNvGrpSpPr/>
          <p:nvPr/>
        </p:nvGrpSpPr>
        <p:grpSpPr>
          <a:xfrm>
            <a:off x="4713112" y="3793300"/>
            <a:ext cx="1326756" cy="580052"/>
            <a:chOff x="4713112" y="3793300"/>
            <a:chExt cx="1326756" cy="580052"/>
          </a:xfrm>
        </p:grpSpPr>
        <p:sp>
          <p:nvSpPr>
            <p:cNvPr id="22" name="Oval 21">
              <a:extLst>
                <a:ext uri="{FF2B5EF4-FFF2-40B4-BE49-F238E27FC236}">
                  <a16:creationId xmlns:a16="http://schemas.microsoft.com/office/drawing/2014/main" id="{1DE797AA-E927-4279-A218-A4A2F2E57014}"/>
                </a:ext>
              </a:extLst>
            </p:cNvPr>
            <p:cNvSpPr>
              <a:spLocks noChangeAspect="1"/>
            </p:cNvSpPr>
            <p:nvPr/>
          </p:nvSpPr>
          <p:spPr>
            <a:xfrm>
              <a:off x="5459817" y="3793300"/>
              <a:ext cx="580051" cy="580052"/>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4" name="Straight Connector 23">
              <a:extLst>
                <a:ext uri="{FF2B5EF4-FFF2-40B4-BE49-F238E27FC236}">
                  <a16:creationId xmlns:a16="http://schemas.microsoft.com/office/drawing/2014/main" id="{50321EAF-EAA3-19D9-DDE9-DCE2CCD9DCD6}"/>
                </a:ext>
              </a:extLst>
            </p:cNvPr>
            <p:cNvCxnSpPr>
              <a:cxnSpLocks/>
              <a:endCxn id="22" idx="2"/>
            </p:cNvCxnSpPr>
            <p:nvPr/>
          </p:nvCxnSpPr>
          <p:spPr>
            <a:xfrm>
              <a:off x="4713112" y="4083326"/>
              <a:ext cx="746705"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5" name="Down Arrow Callout 24">
            <a:extLst>
              <a:ext uri="{FF2B5EF4-FFF2-40B4-BE49-F238E27FC236}">
                <a16:creationId xmlns:a16="http://schemas.microsoft.com/office/drawing/2014/main" id="{B4918C03-2341-976D-7F0E-CA5B78398F4D}"/>
              </a:ext>
            </a:extLst>
          </p:cNvPr>
          <p:cNvSpPr/>
          <p:nvPr/>
        </p:nvSpPr>
        <p:spPr>
          <a:xfrm>
            <a:off x="4914380" y="2891932"/>
            <a:ext cx="1670924" cy="838077"/>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2400" dirty="0">
                <a:solidFill>
                  <a:schemeClr val="tx1"/>
                </a:solidFill>
              </a:rPr>
              <a:t>main</a:t>
            </a:r>
            <a:endParaRPr lang="en-US" sz="1200" dirty="0">
              <a:solidFill>
                <a:schemeClr val="tx1"/>
              </a:solidFill>
            </a:endParaRPr>
          </a:p>
        </p:txBody>
      </p:sp>
      <p:sp>
        <p:nvSpPr>
          <p:cNvPr id="2" name="Down Arrow Callout 1">
            <a:extLst>
              <a:ext uri="{FF2B5EF4-FFF2-40B4-BE49-F238E27FC236}">
                <a16:creationId xmlns:a16="http://schemas.microsoft.com/office/drawing/2014/main" id="{259C76EB-94C0-C3A3-C463-ABF28D977A71}"/>
              </a:ext>
            </a:extLst>
          </p:cNvPr>
          <p:cNvSpPr/>
          <p:nvPr/>
        </p:nvSpPr>
        <p:spPr>
          <a:xfrm>
            <a:off x="4657416" y="1984318"/>
            <a:ext cx="2184852" cy="838077"/>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2000" dirty="0" err="1">
                <a:solidFill>
                  <a:schemeClr val="bg1"/>
                </a:solidFill>
              </a:rPr>
              <a:t>new_feature</a:t>
            </a:r>
            <a:endParaRPr lang="en-US" sz="1100" dirty="0">
              <a:solidFill>
                <a:schemeClr val="bg1"/>
              </a:solidFill>
            </a:endParaRPr>
          </a:p>
        </p:txBody>
      </p:sp>
      <p:grpSp>
        <p:nvGrpSpPr>
          <p:cNvPr id="39" name="Group 38">
            <a:extLst>
              <a:ext uri="{FF2B5EF4-FFF2-40B4-BE49-F238E27FC236}">
                <a16:creationId xmlns:a16="http://schemas.microsoft.com/office/drawing/2014/main" id="{AEED5036-36AE-6B28-A123-3C0B96B3A2E2}"/>
              </a:ext>
            </a:extLst>
          </p:cNvPr>
          <p:cNvGrpSpPr/>
          <p:nvPr/>
        </p:nvGrpSpPr>
        <p:grpSpPr>
          <a:xfrm>
            <a:off x="5954921" y="2617316"/>
            <a:ext cx="1467398" cy="1260931"/>
            <a:chOff x="5954921" y="2617316"/>
            <a:chExt cx="1467398" cy="1260931"/>
          </a:xfrm>
        </p:grpSpPr>
        <p:sp>
          <p:nvSpPr>
            <p:cNvPr id="3" name="Oval 2">
              <a:extLst>
                <a:ext uri="{FF2B5EF4-FFF2-40B4-BE49-F238E27FC236}">
                  <a16:creationId xmlns:a16="http://schemas.microsoft.com/office/drawing/2014/main" id="{36638CC2-0F3E-6E47-3555-C4EB926EB680}"/>
                </a:ext>
              </a:extLst>
            </p:cNvPr>
            <p:cNvSpPr>
              <a:spLocks noChangeAspect="1"/>
            </p:cNvSpPr>
            <p:nvPr/>
          </p:nvSpPr>
          <p:spPr>
            <a:xfrm>
              <a:off x="6842268" y="2617316"/>
              <a:ext cx="580051" cy="580052"/>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4" name="Straight Connector 3">
              <a:extLst>
                <a:ext uri="{FF2B5EF4-FFF2-40B4-BE49-F238E27FC236}">
                  <a16:creationId xmlns:a16="http://schemas.microsoft.com/office/drawing/2014/main" id="{E26456BA-7773-157E-9D8A-693824DD5D32}"/>
                </a:ext>
              </a:extLst>
            </p:cNvPr>
            <p:cNvCxnSpPr>
              <a:cxnSpLocks/>
              <a:stCxn id="22" idx="7"/>
              <a:endCxn id="3" idx="3"/>
            </p:cNvCxnSpPr>
            <p:nvPr/>
          </p:nvCxnSpPr>
          <p:spPr>
            <a:xfrm flipV="1">
              <a:off x="5954921" y="3112421"/>
              <a:ext cx="972294" cy="76582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8" name="Down Arrow Callout 7">
            <a:extLst>
              <a:ext uri="{FF2B5EF4-FFF2-40B4-BE49-F238E27FC236}">
                <a16:creationId xmlns:a16="http://schemas.microsoft.com/office/drawing/2014/main" id="{4CAC1D2D-6D03-7DA4-63E4-2B8F8C05EAB4}"/>
              </a:ext>
            </a:extLst>
          </p:cNvPr>
          <p:cNvSpPr/>
          <p:nvPr/>
        </p:nvSpPr>
        <p:spPr>
          <a:xfrm>
            <a:off x="6039867" y="1727930"/>
            <a:ext cx="2184852" cy="838077"/>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2000" dirty="0" err="1">
                <a:solidFill>
                  <a:schemeClr val="bg1"/>
                </a:solidFill>
              </a:rPr>
              <a:t>new_feature</a:t>
            </a:r>
            <a:endParaRPr lang="en-US" sz="1100" dirty="0">
              <a:solidFill>
                <a:schemeClr val="bg1"/>
              </a:solidFill>
            </a:endParaRPr>
          </a:p>
        </p:txBody>
      </p:sp>
      <p:grpSp>
        <p:nvGrpSpPr>
          <p:cNvPr id="40" name="Group 39">
            <a:extLst>
              <a:ext uri="{FF2B5EF4-FFF2-40B4-BE49-F238E27FC236}">
                <a16:creationId xmlns:a16="http://schemas.microsoft.com/office/drawing/2014/main" id="{E736FAC4-8CDF-89F7-13A3-12B5E1D81598}"/>
              </a:ext>
            </a:extLst>
          </p:cNvPr>
          <p:cNvGrpSpPr/>
          <p:nvPr/>
        </p:nvGrpSpPr>
        <p:grpSpPr>
          <a:xfrm>
            <a:off x="7422319" y="2617316"/>
            <a:ext cx="1321856" cy="580052"/>
            <a:chOff x="7422319" y="2617316"/>
            <a:chExt cx="1321856" cy="580052"/>
          </a:xfrm>
        </p:grpSpPr>
        <p:sp>
          <p:nvSpPr>
            <p:cNvPr id="9" name="Oval 8">
              <a:extLst>
                <a:ext uri="{FF2B5EF4-FFF2-40B4-BE49-F238E27FC236}">
                  <a16:creationId xmlns:a16="http://schemas.microsoft.com/office/drawing/2014/main" id="{C4621819-4F52-D5D9-BFFF-F3F1BC013E24}"/>
                </a:ext>
              </a:extLst>
            </p:cNvPr>
            <p:cNvSpPr>
              <a:spLocks noChangeAspect="1"/>
            </p:cNvSpPr>
            <p:nvPr/>
          </p:nvSpPr>
          <p:spPr>
            <a:xfrm>
              <a:off x="8164124" y="2617316"/>
              <a:ext cx="580051" cy="580052"/>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10" name="Straight Connector 9">
              <a:extLst>
                <a:ext uri="{FF2B5EF4-FFF2-40B4-BE49-F238E27FC236}">
                  <a16:creationId xmlns:a16="http://schemas.microsoft.com/office/drawing/2014/main" id="{CAD408C5-D530-5EED-5A9F-F4B019F41096}"/>
                </a:ext>
              </a:extLst>
            </p:cNvPr>
            <p:cNvCxnSpPr>
              <a:cxnSpLocks/>
              <a:stCxn id="3" idx="6"/>
              <a:endCxn id="9" idx="2"/>
            </p:cNvCxnSpPr>
            <p:nvPr/>
          </p:nvCxnSpPr>
          <p:spPr>
            <a:xfrm>
              <a:off x="7422319" y="2907342"/>
              <a:ext cx="741805" cy="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9" name="Down Arrow Callout 18">
            <a:extLst>
              <a:ext uri="{FF2B5EF4-FFF2-40B4-BE49-F238E27FC236}">
                <a16:creationId xmlns:a16="http://schemas.microsoft.com/office/drawing/2014/main" id="{687876E7-63C5-A6FA-34C0-578268CFAEF4}"/>
              </a:ext>
            </a:extLst>
          </p:cNvPr>
          <p:cNvSpPr/>
          <p:nvPr/>
        </p:nvSpPr>
        <p:spPr>
          <a:xfrm>
            <a:off x="7361723" y="1727929"/>
            <a:ext cx="2184852" cy="838077"/>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2000" dirty="0" err="1">
                <a:solidFill>
                  <a:schemeClr val="bg1"/>
                </a:solidFill>
              </a:rPr>
              <a:t>new_feature</a:t>
            </a:r>
            <a:endParaRPr lang="en-US" sz="1100" dirty="0">
              <a:solidFill>
                <a:schemeClr val="bg1"/>
              </a:solidFill>
            </a:endParaRPr>
          </a:p>
        </p:txBody>
      </p:sp>
      <p:grpSp>
        <p:nvGrpSpPr>
          <p:cNvPr id="41" name="Group 40">
            <a:extLst>
              <a:ext uri="{FF2B5EF4-FFF2-40B4-BE49-F238E27FC236}">
                <a16:creationId xmlns:a16="http://schemas.microsoft.com/office/drawing/2014/main" id="{30BD8876-56DE-B2D5-A149-135A7849F39E}"/>
              </a:ext>
            </a:extLst>
          </p:cNvPr>
          <p:cNvGrpSpPr/>
          <p:nvPr/>
        </p:nvGrpSpPr>
        <p:grpSpPr>
          <a:xfrm>
            <a:off x="6039867" y="3793300"/>
            <a:ext cx="1321856" cy="580052"/>
            <a:chOff x="6039867" y="3793300"/>
            <a:chExt cx="1321856" cy="580052"/>
          </a:xfrm>
        </p:grpSpPr>
        <p:sp>
          <p:nvSpPr>
            <p:cNvPr id="20" name="Oval 19">
              <a:extLst>
                <a:ext uri="{FF2B5EF4-FFF2-40B4-BE49-F238E27FC236}">
                  <a16:creationId xmlns:a16="http://schemas.microsoft.com/office/drawing/2014/main" id="{11EA9FF7-68AE-534E-0572-F86F85A34174}"/>
                </a:ext>
              </a:extLst>
            </p:cNvPr>
            <p:cNvSpPr>
              <a:spLocks noChangeAspect="1"/>
            </p:cNvSpPr>
            <p:nvPr/>
          </p:nvSpPr>
          <p:spPr>
            <a:xfrm>
              <a:off x="6781672" y="3793300"/>
              <a:ext cx="580051" cy="580052"/>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6" name="Straight Connector 25">
              <a:extLst>
                <a:ext uri="{FF2B5EF4-FFF2-40B4-BE49-F238E27FC236}">
                  <a16:creationId xmlns:a16="http://schemas.microsoft.com/office/drawing/2014/main" id="{F0DFADE2-B020-B68F-BE3F-72EA02305D70}"/>
                </a:ext>
              </a:extLst>
            </p:cNvPr>
            <p:cNvCxnSpPr>
              <a:cxnSpLocks/>
            </p:cNvCxnSpPr>
            <p:nvPr/>
          </p:nvCxnSpPr>
          <p:spPr>
            <a:xfrm>
              <a:off x="6039867" y="4083326"/>
              <a:ext cx="746705"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8" name="Up Arrow Callout 27">
            <a:extLst>
              <a:ext uri="{FF2B5EF4-FFF2-40B4-BE49-F238E27FC236}">
                <a16:creationId xmlns:a16="http://schemas.microsoft.com/office/drawing/2014/main" id="{82FEC5F9-16BB-5888-8702-C3354DDE2591}"/>
              </a:ext>
            </a:extLst>
          </p:cNvPr>
          <p:cNvSpPr/>
          <p:nvPr/>
        </p:nvSpPr>
        <p:spPr>
          <a:xfrm>
            <a:off x="6236235" y="4445885"/>
            <a:ext cx="1670924" cy="838384"/>
          </a:xfrm>
          <a:prstGeom prst="upArrowCallou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2400" dirty="0">
                <a:solidFill>
                  <a:schemeClr val="tx1"/>
                </a:solidFill>
              </a:rPr>
              <a:t>main</a:t>
            </a:r>
          </a:p>
        </p:txBody>
      </p:sp>
      <p:grpSp>
        <p:nvGrpSpPr>
          <p:cNvPr id="11" name="Group 10">
            <a:extLst>
              <a:ext uri="{FF2B5EF4-FFF2-40B4-BE49-F238E27FC236}">
                <a16:creationId xmlns:a16="http://schemas.microsoft.com/office/drawing/2014/main" id="{8DF760E6-6677-C999-AEBD-A969E0A280A3}"/>
              </a:ext>
            </a:extLst>
          </p:cNvPr>
          <p:cNvGrpSpPr/>
          <p:nvPr/>
        </p:nvGrpSpPr>
        <p:grpSpPr>
          <a:xfrm>
            <a:off x="7361723" y="3112421"/>
            <a:ext cx="2423857" cy="1260931"/>
            <a:chOff x="7361723" y="3112421"/>
            <a:chExt cx="2423857" cy="1260931"/>
          </a:xfrm>
        </p:grpSpPr>
        <p:sp>
          <p:nvSpPr>
            <p:cNvPr id="6" name="Oval 5">
              <a:extLst>
                <a:ext uri="{FF2B5EF4-FFF2-40B4-BE49-F238E27FC236}">
                  <a16:creationId xmlns:a16="http://schemas.microsoft.com/office/drawing/2014/main" id="{50F83136-5519-55CB-1EE1-A3E31AF09831}"/>
                </a:ext>
              </a:extLst>
            </p:cNvPr>
            <p:cNvSpPr>
              <a:spLocks noChangeAspect="1"/>
            </p:cNvSpPr>
            <p:nvPr/>
          </p:nvSpPr>
          <p:spPr>
            <a:xfrm>
              <a:off x="9205982" y="3793752"/>
              <a:ext cx="579598" cy="57960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43" name="Group 42">
              <a:extLst>
                <a:ext uri="{FF2B5EF4-FFF2-40B4-BE49-F238E27FC236}">
                  <a16:creationId xmlns:a16="http://schemas.microsoft.com/office/drawing/2014/main" id="{317883BC-6599-6379-7B3F-B29689F06EF1}"/>
                </a:ext>
              </a:extLst>
            </p:cNvPr>
            <p:cNvGrpSpPr/>
            <p:nvPr/>
          </p:nvGrpSpPr>
          <p:grpSpPr>
            <a:xfrm>
              <a:off x="7361723" y="3112421"/>
              <a:ext cx="1928984" cy="970905"/>
              <a:chOff x="7361723" y="3112421"/>
              <a:chExt cx="1928984" cy="970905"/>
            </a:xfrm>
          </p:grpSpPr>
          <p:cxnSp>
            <p:nvCxnSpPr>
              <p:cNvPr id="30" name="Straight Connector 29">
                <a:extLst>
                  <a:ext uri="{FF2B5EF4-FFF2-40B4-BE49-F238E27FC236}">
                    <a16:creationId xmlns:a16="http://schemas.microsoft.com/office/drawing/2014/main" id="{21F1FBBF-2086-28D8-5626-3F004B17DA1A}"/>
                  </a:ext>
                </a:extLst>
              </p:cNvPr>
              <p:cNvCxnSpPr>
                <a:cxnSpLocks/>
                <a:endCxn id="9" idx="5"/>
              </p:cNvCxnSpPr>
              <p:nvPr/>
            </p:nvCxnSpPr>
            <p:spPr>
              <a:xfrm flipH="1" flipV="1">
                <a:off x="8659228" y="3112421"/>
                <a:ext cx="631479" cy="76582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D5A50A12-70B2-D257-24C4-68D56DB9931A}"/>
                  </a:ext>
                </a:extLst>
              </p:cNvPr>
              <p:cNvCxnSpPr>
                <a:cxnSpLocks/>
                <a:stCxn id="20" idx="6"/>
              </p:cNvCxnSpPr>
              <p:nvPr/>
            </p:nvCxnSpPr>
            <p:spPr>
              <a:xfrm>
                <a:off x="7361723" y="4083326"/>
                <a:ext cx="184403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grpSp>
      </p:grpSp>
      <p:sp>
        <p:nvSpPr>
          <p:cNvPr id="42" name="Up Arrow Callout 41">
            <a:extLst>
              <a:ext uri="{FF2B5EF4-FFF2-40B4-BE49-F238E27FC236}">
                <a16:creationId xmlns:a16="http://schemas.microsoft.com/office/drawing/2014/main" id="{7A821B90-4ED5-50D3-AFF6-73BCED01F223}"/>
              </a:ext>
            </a:extLst>
          </p:cNvPr>
          <p:cNvSpPr/>
          <p:nvPr/>
        </p:nvSpPr>
        <p:spPr>
          <a:xfrm>
            <a:off x="8666083" y="4453173"/>
            <a:ext cx="1670924" cy="838384"/>
          </a:xfrm>
          <a:prstGeom prst="upArrowCallou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2400" dirty="0">
                <a:solidFill>
                  <a:schemeClr val="tx1"/>
                </a:solidFill>
              </a:rPr>
              <a:t>main</a:t>
            </a:r>
          </a:p>
        </p:txBody>
      </p:sp>
      <p:sp>
        <p:nvSpPr>
          <p:cNvPr id="5" name="Title 1">
            <a:extLst>
              <a:ext uri="{FF2B5EF4-FFF2-40B4-BE49-F238E27FC236}">
                <a16:creationId xmlns:a16="http://schemas.microsoft.com/office/drawing/2014/main" id="{09C31964-7B13-C416-0998-B4705D1BB48E}"/>
              </a:ext>
            </a:extLst>
          </p:cNvPr>
          <p:cNvSpPr txBox="1">
            <a:spLocks/>
          </p:cNvSpPr>
          <p:nvPr/>
        </p:nvSpPr>
        <p:spPr>
          <a:xfrm>
            <a:off x="562449" y="444049"/>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200" b="1" dirty="0">
                <a:solidFill>
                  <a:srgbClr val="1D609D"/>
                </a:solidFill>
                <a:latin typeface="Arial" panose="020B0604020202020204" pitchFamily="34" charset="0"/>
                <a:cs typeface="Arial" panose="020B0604020202020204" pitchFamily="34" charset="0"/>
              </a:rPr>
              <a:t>Commits and branches</a:t>
            </a:r>
          </a:p>
        </p:txBody>
      </p:sp>
      <p:sp>
        <p:nvSpPr>
          <p:cNvPr id="31" name="Explosion 1 30">
            <a:extLst>
              <a:ext uri="{FF2B5EF4-FFF2-40B4-BE49-F238E27FC236}">
                <a16:creationId xmlns:a16="http://schemas.microsoft.com/office/drawing/2014/main" id="{54F6688D-3EDF-9169-AE51-AEA45F7D9ECC}"/>
              </a:ext>
            </a:extLst>
          </p:cNvPr>
          <p:cNvSpPr/>
          <p:nvPr/>
        </p:nvSpPr>
        <p:spPr>
          <a:xfrm>
            <a:off x="4493492" y="4812999"/>
            <a:ext cx="2751667" cy="1786467"/>
          </a:xfrm>
          <a:prstGeom prst="irregularSeal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Switch to a new branch</a:t>
            </a:r>
          </a:p>
        </p:txBody>
      </p:sp>
      <p:sp>
        <p:nvSpPr>
          <p:cNvPr id="32" name="Explosion 1 31">
            <a:extLst>
              <a:ext uri="{FF2B5EF4-FFF2-40B4-BE49-F238E27FC236}">
                <a16:creationId xmlns:a16="http://schemas.microsoft.com/office/drawing/2014/main" id="{40636F17-4406-D9E7-2C6F-0B2119D44CBD}"/>
              </a:ext>
            </a:extLst>
          </p:cNvPr>
          <p:cNvSpPr/>
          <p:nvPr/>
        </p:nvSpPr>
        <p:spPr>
          <a:xfrm>
            <a:off x="9247870" y="2091780"/>
            <a:ext cx="2751667" cy="1900798"/>
          </a:xfrm>
          <a:prstGeom prst="irregularSeal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Merge </a:t>
            </a:r>
            <a:r>
              <a:rPr lang="en-US" dirty="0" err="1"/>
              <a:t>new_feature</a:t>
            </a:r>
            <a:r>
              <a:rPr lang="en-US" dirty="0"/>
              <a:t> into main</a:t>
            </a:r>
          </a:p>
        </p:txBody>
      </p:sp>
    </p:spTree>
    <p:extLst>
      <p:ext uri="{BB962C8B-B14F-4D97-AF65-F5344CB8AC3E}">
        <p14:creationId xmlns:p14="http://schemas.microsoft.com/office/powerpoint/2010/main" val="1825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2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7"/>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3"/>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childTnLst>
                                </p:cTn>
                              </p:par>
                              <p:par>
                                <p:cTn id="47" presetID="1" presetClass="exit" presetSubtype="0" fill="hold" grpId="1" nodeType="withEffect">
                                  <p:stCondLst>
                                    <p:cond delay="0"/>
                                  </p:stCondLst>
                                  <p:childTnLst>
                                    <p:set>
                                      <p:cBhvr>
                                        <p:cTn id="48" dur="1" fill="hold">
                                          <p:stCondLst>
                                            <p:cond delay="0"/>
                                          </p:stCondLst>
                                        </p:cTn>
                                        <p:tgtEl>
                                          <p:spTgt spid="31"/>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2"/>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childTnLst>
                                </p:cTn>
                              </p:par>
                              <p:par>
                                <p:cTn id="59" presetID="1" presetClass="exit" presetSubtype="0" fill="hold" grpId="1" nodeType="withEffect">
                                  <p:stCondLst>
                                    <p:cond delay="0"/>
                                  </p:stCondLst>
                                  <p:childTnLst>
                                    <p:set>
                                      <p:cBhvr>
                                        <p:cTn id="60" dur="1" fill="hold">
                                          <p:stCondLst>
                                            <p:cond delay="0"/>
                                          </p:stCondLst>
                                        </p:cTn>
                                        <p:tgtEl>
                                          <p:spTgt spid="8"/>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4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childTnLst>
                                </p:cTn>
                              </p:par>
                              <p:par>
                                <p:cTn id="67" presetID="1" presetClass="exit" presetSubtype="0" fill="hold" grpId="1" nodeType="withEffect">
                                  <p:stCondLst>
                                    <p:cond delay="0"/>
                                  </p:stCondLst>
                                  <p:childTnLst>
                                    <p:set>
                                      <p:cBhvr>
                                        <p:cTn id="68" dur="1" fill="hold">
                                          <p:stCondLst>
                                            <p:cond delay="0"/>
                                          </p:stCondLst>
                                        </p:cTn>
                                        <p:tgtEl>
                                          <p:spTgt spid="25"/>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3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11"/>
                                        </p:tgtEl>
                                        <p:attrNameLst>
                                          <p:attrName>style.visibility</p:attrName>
                                        </p:attrNameLst>
                                      </p:cBhvr>
                                      <p:to>
                                        <p:strVal val="visible"/>
                                      </p:to>
                                    </p:set>
                                  </p:childTnLst>
                                </p:cTn>
                              </p:par>
                              <p:par>
                                <p:cTn id="77" presetID="1" presetClass="exit" presetSubtype="0" fill="hold" grpId="1" nodeType="withEffect">
                                  <p:stCondLst>
                                    <p:cond delay="0"/>
                                  </p:stCondLst>
                                  <p:childTnLst>
                                    <p:set>
                                      <p:cBhvr>
                                        <p:cTn id="78" dur="1" fill="hold">
                                          <p:stCondLst>
                                            <p:cond delay="0"/>
                                          </p:stCondLst>
                                        </p:cTn>
                                        <p:tgtEl>
                                          <p:spTgt spid="28"/>
                                        </p:tgtEl>
                                        <p:attrNameLst>
                                          <p:attrName>style.visibility</p:attrName>
                                        </p:attrNameLst>
                                      </p:cBhvr>
                                      <p:to>
                                        <p:strVal val="hidden"/>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32"/>
                                        </p:tgtEl>
                                        <p:attrNameLst>
                                          <p:attrName>style.visibility</p:attrName>
                                        </p:attrNameLst>
                                      </p:cBhvr>
                                      <p:to>
                                        <p:strVal val="hidden"/>
                                      </p:to>
                                    </p:set>
                                  </p:childTnLst>
                                </p:cTn>
                              </p:par>
                              <p:par>
                                <p:cTn id="85" presetID="1" presetClass="exit" presetSubtype="0" fill="hold" grpId="1" nodeType="withEffect">
                                  <p:stCondLst>
                                    <p:cond delay="0"/>
                                  </p:stCondLst>
                                  <p:childTnLst>
                                    <p:set>
                                      <p:cBhvr>
                                        <p:cTn id="86"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13" grpId="1"/>
      <p:bldP spid="17" grpId="0"/>
      <p:bldP spid="17" grpId="1"/>
      <p:bldP spid="21" grpId="0" animBg="1"/>
      <p:bldP spid="21" grpId="1" animBg="1"/>
      <p:bldP spid="23" grpId="0"/>
      <p:bldP spid="23" grpId="1"/>
      <p:bldP spid="25" grpId="0" animBg="1"/>
      <p:bldP spid="25" grpId="1" animBg="1"/>
      <p:bldP spid="2" grpId="0" animBg="1"/>
      <p:bldP spid="2" grpId="1" animBg="1"/>
      <p:bldP spid="8" grpId="0" animBg="1"/>
      <p:bldP spid="8" grpId="1" animBg="1"/>
      <p:bldP spid="19" grpId="0" animBg="1"/>
      <p:bldP spid="19" grpId="1" animBg="1"/>
      <p:bldP spid="28" grpId="0" animBg="1"/>
      <p:bldP spid="28" grpId="1" animBg="1"/>
      <p:bldP spid="42" grpId="0" animBg="1"/>
      <p:bldP spid="31" grpId="0" animBg="1"/>
      <p:bldP spid="31" grpId="1" animBg="1"/>
      <p:bldP spid="32" grpId="0" animBg="1"/>
      <p:bldP spid="32"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BD0F0-3AD9-5D91-B08E-EA206E468A26}"/>
              </a:ext>
            </a:extLst>
          </p:cNvPr>
          <p:cNvSpPr>
            <a:spLocks noGrp="1"/>
          </p:cNvSpPr>
          <p:nvPr>
            <p:ph type="title"/>
          </p:nvPr>
        </p:nvSpPr>
        <p:spPr>
          <a:xfrm>
            <a:off x="421446" y="-18159"/>
            <a:ext cx="10515600" cy="1325563"/>
          </a:xfrm>
        </p:spPr>
        <p:txBody>
          <a:bodyPr>
            <a:normAutofit/>
          </a:bodyPr>
          <a:lstStyle/>
          <a:p>
            <a:r>
              <a:rPr lang="en-US" sz="3200" b="1" dirty="0">
                <a:solidFill>
                  <a:srgbClr val="1D609D"/>
                </a:solidFill>
                <a:latin typeface="Arial" panose="020B0604020202020204" pitchFamily="34" charset="0"/>
                <a:cs typeface="Arial" panose="020B0604020202020204" pitchFamily="34" charset="0"/>
              </a:rPr>
              <a:t>Collaborating using GitHub</a:t>
            </a:r>
          </a:p>
        </p:txBody>
      </p:sp>
      <p:cxnSp>
        <p:nvCxnSpPr>
          <p:cNvPr id="6" name="Straight Arrow Connector 5">
            <a:extLst>
              <a:ext uri="{FF2B5EF4-FFF2-40B4-BE49-F238E27FC236}">
                <a16:creationId xmlns:a16="http://schemas.microsoft.com/office/drawing/2014/main" id="{56B30540-0986-5F43-E3CF-41A7678BFC37}"/>
              </a:ext>
            </a:extLst>
          </p:cNvPr>
          <p:cNvCxnSpPr>
            <a:cxnSpLocks/>
          </p:cNvCxnSpPr>
          <p:nvPr/>
        </p:nvCxnSpPr>
        <p:spPr>
          <a:xfrm flipV="1">
            <a:off x="3606596" y="3341041"/>
            <a:ext cx="805458" cy="1072271"/>
          </a:xfrm>
          <a:prstGeom prst="straightConnector1">
            <a:avLst/>
          </a:prstGeom>
          <a:ln w="76200">
            <a:tailEnd type="triangle"/>
          </a:ln>
        </p:spPr>
        <p:style>
          <a:lnRef idx="3">
            <a:schemeClr val="accent5"/>
          </a:lnRef>
          <a:fillRef idx="0">
            <a:schemeClr val="accent5"/>
          </a:fillRef>
          <a:effectRef idx="2">
            <a:schemeClr val="accent5"/>
          </a:effectRef>
          <a:fontRef idx="minor">
            <a:schemeClr val="tx1"/>
          </a:fontRef>
        </p:style>
      </p:cxnSp>
      <p:sp>
        <p:nvSpPr>
          <p:cNvPr id="9" name="TextBox 8">
            <a:extLst>
              <a:ext uri="{FF2B5EF4-FFF2-40B4-BE49-F238E27FC236}">
                <a16:creationId xmlns:a16="http://schemas.microsoft.com/office/drawing/2014/main" id="{E0C898E4-4042-57E7-123D-2BA6E2651D9B}"/>
              </a:ext>
            </a:extLst>
          </p:cNvPr>
          <p:cNvSpPr txBox="1"/>
          <p:nvPr/>
        </p:nvSpPr>
        <p:spPr>
          <a:xfrm>
            <a:off x="3319659" y="3456920"/>
            <a:ext cx="825867" cy="369332"/>
          </a:xfrm>
          <a:prstGeom prst="rect">
            <a:avLst/>
          </a:prstGeom>
          <a:noFill/>
        </p:spPr>
        <p:txBody>
          <a:bodyPr wrap="none" rtlCol="0">
            <a:spAutoFit/>
          </a:bodyPr>
          <a:lstStyle/>
          <a:p>
            <a:r>
              <a:rPr lang="en-US" dirty="0"/>
              <a:t>“Push”</a:t>
            </a:r>
          </a:p>
        </p:txBody>
      </p:sp>
      <p:cxnSp>
        <p:nvCxnSpPr>
          <p:cNvPr id="10" name="Straight Arrow Connector 9">
            <a:extLst>
              <a:ext uri="{FF2B5EF4-FFF2-40B4-BE49-F238E27FC236}">
                <a16:creationId xmlns:a16="http://schemas.microsoft.com/office/drawing/2014/main" id="{2069CB19-4404-E91F-6D04-90B42B0B3634}"/>
              </a:ext>
            </a:extLst>
          </p:cNvPr>
          <p:cNvCxnSpPr>
            <a:cxnSpLocks/>
          </p:cNvCxnSpPr>
          <p:nvPr/>
        </p:nvCxnSpPr>
        <p:spPr>
          <a:xfrm flipH="1" flipV="1">
            <a:off x="8143261" y="3283321"/>
            <a:ext cx="805458" cy="1072271"/>
          </a:xfrm>
          <a:prstGeom prst="straightConnector1">
            <a:avLst/>
          </a:prstGeom>
          <a:ln w="76200">
            <a:solidFill>
              <a:schemeClr val="accent6"/>
            </a:solidFill>
            <a:tailEnd type="triangle"/>
          </a:ln>
        </p:spPr>
        <p:style>
          <a:lnRef idx="3">
            <a:schemeClr val="accent5"/>
          </a:lnRef>
          <a:fillRef idx="0">
            <a:schemeClr val="accent5"/>
          </a:fillRef>
          <a:effectRef idx="2">
            <a:schemeClr val="accent5"/>
          </a:effectRef>
          <a:fontRef idx="minor">
            <a:schemeClr val="tx1"/>
          </a:fontRef>
        </p:style>
      </p:cxnSp>
      <p:sp>
        <p:nvSpPr>
          <p:cNvPr id="12" name="TextBox 11">
            <a:extLst>
              <a:ext uri="{FF2B5EF4-FFF2-40B4-BE49-F238E27FC236}">
                <a16:creationId xmlns:a16="http://schemas.microsoft.com/office/drawing/2014/main" id="{A2E99D23-A973-D0E9-5901-17BA2687D356}"/>
              </a:ext>
            </a:extLst>
          </p:cNvPr>
          <p:cNvSpPr txBox="1"/>
          <p:nvPr/>
        </p:nvSpPr>
        <p:spPr>
          <a:xfrm>
            <a:off x="8489908" y="3427935"/>
            <a:ext cx="825867" cy="369332"/>
          </a:xfrm>
          <a:prstGeom prst="rect">
            <a:avLst/>
          </a:prstGeom>
          <a:noFill/>
        </p:spPr>
        <p:txBody>
          <a:bodyPr wrap="none" rtlCol="0">
            <a:spAutoFit/>
          </a:bodyPr>
          <a:lstStyle/>
          <a:p>
            <a:r>
              <a:rPr lang="en-US" dirty="0"/>
              <a:t>“Push”</a:t>
            </a:r>
          </a:p>
        </p:txBody>
      </p:sp>
      <p:sp>
        <p:nvSpPr>
          <p:cNvPr id="17" name="Oval 16">
            <a:extLst>
              <a:ext uri="{FF2B5EF4-FFF2-40B4-BE49-F238E27FC236}">
                <a16:creationId xmlns:a16="http://schemas.microsoft.com/office/drawing/2014/main" id="{70870FB0-D758-189E-F245-1069CECA33EB}"/>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4" name="Oval 23">
            <a:extLst>
              <a:ext uri="{FF2B5EF4-FFF2-40B4-BE49-F238E27FC236}">
                <a16:creationId xmlns:a16="http://schemas.microsoft.com/office/drawing/2014/main" id="{B3EF75DF-53D8-EAE1-92B5-29FF4B46EC09}"/>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6" name="Straight Connector 25">
            <a:extLst>
              <a:ext uri="{FF2B5EF4-FFF2-40B4-BE49-F238E27FC236}">
                <a16:creationId xmlns:a16="http://schemas.microsoft.com/office/drawing/2014/main" id="{EE2031C3-B43E-FD77-8A62-D62B65AA1D1D}"/>
              </a:ext>
            </a:extLst>
          </p:cNvPr>
          <p:cNvCxnSpPr>
            <a:cxnSpLocks/>
            <a:endCxn id="24"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127DD4F3-7120-4B2C-4A1C-74A1BE525C96}"/>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31" name="Straight Connector 30">
            <a:extLst>
              <a:ext uri="{FF2B5EF4-FFF2-40B4-BE49-F238E27FC236}">
                <a16:creationId xmlns:a16="http://schemas.microsoft.com/office/drawing/2014/main" id="{ACA51C10-582C-C40C-0CD4-DD2EC6818706}"/>
              </a:ext>
            </a:extLst>
          </p:cNvPr>
          <p:cNvCxnSpPr>
            <a:cxnSpLocks/>
            <a:stCxn id="24" idx="7"/>
            <a:endCxn id="29"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B29B526F-B552-9A4F-2E53-7B77447E38A0}"/>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2" name="Straight Connector 41">
            <a:extLst>
              <a:ext uri="{FF2B5EF4-FFF2-40B4-BE49-F238E27FC236}">
                <a16:creationId xmlns:a16="http://schemas.microsoft.com/office/drawing/2014/main" id="{C874054C-AC67-BC8F-6B5C-843A5331FE68}"/>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9" name="Down Arrow Callout 58">
            <a:extLst>
              <a:ext uri="{FF2B5EF4-FFF2-40B4-BE49-F238E27FC236}">
                <a16:creationId xmlns:a16="http://schemas.microsoft.com/office/drawing/2014/main" id="{A2B97C25-6575-7C9C-2258-8680601F6D77}"/>
              </a:ext>
            </a:extLst>
          </p:cNvPr>
          <p:cNvSpPr/>
          <p:nvPr/>
        </p:nvSpPr>
        <p:spPr>
          <a:xfrm>
            <a:off x="5790411" y="1332934"/>
            <a:ext cx="1072060" cy="411227"/>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solidFill>
                  <a:schemeClr val="bg1"/>
                </a:solidFill>
              </a:rPr>
              <a:t>feature_1</a:t>
            </a:r>
            <a:endParaRPr lang="en-US" sz="1000" dirty="0">
              <a:solidFill>
                <a:schemeClr val="bg1"/>
              </a:solidFill>
            </a:endParaRPr>
          </a:p>
        </p:txBody>
      </p:sp>
      <p:sp>
        <p:nvSpPr>
          <p:cNvPr id="63" name="Oval 62">
            <a:extLst>
              <a:ext uri="{FF2B5EF4-FFF2-40B4-BE49-F238E27FC236}">
                <a16:creationId xmlns:a16="http://schemas.microsoft.com/office/drawing/2014/main" id="{455DE922-913D-1B1C-617D-7FB933C48923}"/>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64" name="Straight Connector 63">
            <a:extLst>
              <a:ext uri="{FF2B5EF4-FFF2-40B4-BE49-F238E27FC236}">
                <a16:creationId xmlns:a16="http://schemas.microsoft.com/office/drawing/2014/main" id="{4EF48A19-68F1-A2D5-031D-65B20A65D6B8}"/>
              </a:ext>
            </a:extLst>
          </p:cNvPr>
          <p:cNvCxnSpPr>
            <a:cxnSpLocks/>
            <a:stCxn id="29" idx="6"/>
            <a:endCxn id="63"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9145C4FE-1D94-B708-8CB0-3F55752AB111}"/>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68" name="Straight Connector 67">
            <a:extLst>
              <a:ext uri="{FF2B5EF4-FFF2-40B4-BE49-F238E27FC236}">
                <a16:creationId xmlns:a16="http://schemas.microsoft.com/office/drawing/2014/main" id="{7EDE76D7-8390-36F1-ED96-DD9347A7F2F5}"/>
              </a:ext>
            </a:extLst>
          </p:cNvPr>
          <p:cNvCxnSpPr>
            <a:cxnSpLocks/>
            <a:stCxn id="41" idx="5"/>
            <a:endCxn id="67"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69" name="Oval 68">
            <a:extLst>
              <a:ext uri="{FF2B5EF4-FFF2-40B4-BE49-F238E27FC236}">
                <a16:creationId xmlns:a16="http://schemas.microsoft.com/office/drawing/2014/main" id="{ED30550A-9BFC-3D42-CBB9-DE4E086D8447}"/>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70" name="Straight Connector 69">
            <a:extLst>
              <a:ext uri="{FF2B5EF4-FFF2-40B4-BE49-F238E27FC236}">
                <a16:creationId xmlns:a16="http://schemas.microsoft.com/office/drawing/2014/main" id="{60AFD25A-9A2D-91C8-42E1-3CA3FE49773A}"/>
              </a:ext>
            </a:extLst>
          </p:cNvPr>
          <p:cNvCxnSpPr>
            <a:cxnSpLocks/>
            <a:stCxn id="67" idx="6"/>
            <a:endCxn id="69"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5D09D6F9-5477-A47A-E9B2-01A00C426738}"/>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72" name="Straight Connector 71">
            <a:extLst>
              <a:ext uri="{FF2B5EF4-FFF2-40B4-BE49-F238E27FC236}">
                <a16:creationId xmlns:a16="http://schemas.microsoft.com/office/drawing/2014/main" id="{F3459804-14AC-A653-48C7-739234466A7E}"/>
              </a:ext>
            </a:extLst>
          </p:cNvPr>
          <p:cNvCxnSpPr>
            <a:cxnSpLocks/>
            <a:stCxn id="69" idx="6"/>
            <a:endCxn id="71"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3" name="Up Arrow Callout 72">
            <a:extLst>
              <a:ext uri="{FF2B5EF4-FFF2-40B4-BE49-F238E27FC236}">
                <a16:creationId xmlns:a16="http://schemas.microsoft.com/office/drawing/2014/main" id="{A01D5F1D-93D4-509E-933B-F1B1FFE20F4B}"/>
              </a:ext>
            </a:extLst>
          </p:cNvPr>
          <p:cNvSpPr/>
          <p:nvPr/>
        </p:nvSpPr>
        <p:spPr>
          <a:xfrm>
            <a:off x="7051982" y="3433844"/>
            <a:ext cx="1057451" cy="437999"/>
          </a:xfrm>
          <a:prstGeom prst="upArrow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solidFill>
                  <a:schemeClr val="bg1"/>
                </a:solidFill>
              </a:rPr>
              <a:t>feature_2</a:t>
            </a:r>
          </a:p>
        </p:txBody>
      </p:sp>
      <p:sp>
        <p:nvSpPr>
          <p:cNvPr id="160" name="Rectangle 159">
            <a:extLst>
              <a:ext uri="{FF2B5EF4-FFF2-40B4-BE49-F238E27FC236}">
                <a16:creationId xmlns:a16="http://schemas.microsoft.com/office/drawing/2014/main" id="{13E34D38-0948-CC64-6566-AE710FF47A48}"/>
              </a:ext>
            </a:extLst>
          </p:cNvPr>
          <p:cNvSpPr/>
          <p:nvPr/>
        </p:nvSpPr>
        <p:spPr>
          <a:xfrm>
            <a:off x="4125058" y="1244692"/>
            <a:ext cx="4300436" cy="273694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09EA8D3D-D9F8-3966-BCA8-92D96448E157}"/>
              </a:ext>
            </a:extLst>
          </p:cNvPr>
          <p:cNvSpPr>
            <a:spLocks noChangeAspect="1"/>
          </p:cNvSpPr>
          <p:nvPr/>
        </p:nvSpPr>
        <p:spPr>
          <a:xfrm>
            <a:off x="178324"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8" name="Oval 47">
            <a:extLst>
              <a:ext uri="{FF2B5EF4-FFF2-40B4-BE49-F238E27FC236}">
                <a16:creationId xmlns:a16="http://schemas.microsoft.com/office/drawing/2014/main" id="{1DCDC371-0C59-8463-B0CD-5EE68FCDC011}"/>
              </a:ext>
            </a:extLst>
          </p:cNvPr>
          <p:cNvSpPr>
            <a:spLocks noChangeAspect="1"/>
          </p:cNvSpPr>
          <p:nvPr/>
        </p:nvSpPr>
        <p:spPr>
          <a:xfrm>
            <a:off x="823709"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9" name="Straight Connector 48">
            <a:extLst>
              <a:ext uri="{FF2B5EF4-FFF2-40B4-BE49-F238E27FC236}">
                <a16:creationId xmlns:a16="http://schemas.microsoft.com/office/drawing/2014/main" id="{2E2CABF5-B0FF-A720-A0F7-B70791A77D7D}"/>
              </a:ext>
            </a:extLst>
          </p:cNvPr>
          <p:cNvCxnSpPr>
            <a:cxnSpLocks/>
            <a:endCxn id="48" idx="2"/>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29FED5B-02DF-DCE2-D465-3C421EBE8F34}"/>
              </a:ext>
            </a:extLst>
          </p:cNvPr>
          <p:cNvSpPr>
            <a:spLocks noChangeAspect="1"/>
          </p:cNvSpPr>
          <p:nvPr/>
        </p:nvSpPr>
        <p:spPr>
          <a:xfrm>
            <a:off x="1431773"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1" name="Straight Connector 50">
            <a:extLst>
              <a:ext uri="{FF2B5EF4-FFF2-40B4-BE49-F238E27FC236}">
                <a16:creationId xmlns:a16="http://schemas.microsoft.com/office/drawing/2014/main" id="{73259C74-3789-BB81-7C00-F8D561E6903E}"/>
              </a:ext>
            </a:extLst>
          </p:cNvPr>
          <p:cNvCxnSpPr>
            <a:cxnSpLocks/>
            <a:stCxn id="48" idx="7"/>
            <a:endCxn id="50" idx="3"/>
          </p:cNvCxnSpPr>
          <p:nvPr/>
        </p:nvCxnSpPr>
        <p:spPr>
          <a:xfrm flipV="1">
            <a:off x="1064547" y="4874542"/>
            <a:ext cx="408547" cy="37938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636943A-4B45-4E4F-ED55-8EEFC17C3D66}"/>
              </a:ext>
            </a:extLst>
          </p:cNvPr>
          <p:cNvSpPr>
            <a:spLocks noChangeAspect="1"/>
          </p:cNvSpPr>
          <p:nvPr/>
        </p:nvSpPr>
        <p:spPr>
          <a:xfrm>
            <a:off x="2074774"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3" name="Straight Connector 52">
            <a:extLst>
              <a:ext uri="{FF2B5EF4-FFF2-40B4-BE49-F238E27FC236}">
                <a16:creationId xmlns:a16="http://schemas.microsoft.com/office/drawing/2014/main" id="{8505D10D-5F26-F35D-35E3-684C00631E89}"/>
              </a:ext>
            </a:extLst>
          </p:cNvPr>
          <p:cNvCxnSpPr>
            <a:cxnSpLocks/>
            <a:stCxn id="50" idx="6"/>
            <a:endCxn id="52" idx="2"/>
          </p:cNvCxnSpPr>
          <p:nvPr/>
        </p:nvCxnSpPr>
        <p:spPr>
          <a:xfrm>
            <a:off x="1713932" y="4774783"/>
            <a:ext cx="360842" cy="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4" name="Down Arrow Callout 53">
            <a:extLst>
              <a:ext uri="{FF2B5EF4-FFF2-40B4-BE49-F238E27FC236}">
                <a16:creationId xmlns:a16="http://schemas.microsoft.com/office/drawing/2014/main" id="{76EE1679-8D1C-BF64-001F-CBFF00F8368A}"/>
              </a:ext>
            </a:extLst>
          </p:cNvPr>
          <p:cNvSpPr/>
          <p:nvPr/>
        </p:nvSpPr>
        <p:spPr>
          <a:xfrm>
            <a:off x="1684456" y="4201071"/>
            <a:ext cx="1062795" cy="407673"/>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solidFill>
                  <a:schemeClr val="bg1"/>
                </a:solidFill>
              </a:rPr>
              <a:t>feature_1</a:t>
            </a:r>
            <a:endParaRPr lang="en-US" sz="1000" dirty="0">
              <a:solidFill>
                <a:schemeClr val="bg1"/>
              </a:solidFill>
            </a:endParaRPr>
          </a:p>
        </p:txBody>
      </p:sp>
      <p:sp>
        <p:nvSpPr>
          <p:cNvPr id="162" name="Rectangle 161">
            <a:extLst>
              <a:ext uri="{FF2B5EF4-FFF2-40B4-BE49-F238E27FC236}">
                <a16:creationId xmlns:a16="http://schemas.microsoft.com/office/drawing/2014/main" id="{F827FDA4-E841-522C-FF91-B713E186B996}"/>
              </a:ext>
            </a:extLst>
          </p:cNvPr>
          <p:cNvSpPr/>
          <p:nvPr/>
        </p:nvSpPr>
        <p:spPr>
          <a:xfrm>
            <a:off x="59308" y="4112698"/>
            <a:ext cx="4313090" cy="2687913"/>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32F2914B-7C26-52B0-25B1-9418C8FE46F3}"/>
              </a:ext>
            </a:extLst>
          </p:cNvPr>
          <p:cNvSpPr>
            <a:spLocks noChangeAspect="1"/>
          </p:cNvSpPr>
          <p:nvPr/>
        </p:nvSpPr>
        <p:spPr>
          <a:xfrm flipV="1">
            <a:off x="8571020"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Oval 31">
            <a:extLst>
              <a:ext uri="{FF2B5EF4-FFF2-40B4-BE49-F238E27FC236}">
                <a16:creationId xmlns:a16="http://schemas.microsoft.com/office/drawing/2014/main" id="{42DC642E-431E-66CB-63A6-70EDFCA44F20}"/>
              </a:ext>
            </a:extLst>
          </p:cNvPr>
          <p:cNvSpPr>
            <a:spLocks noChangeAspect="1"/>
          </p:cNvSpPr>
          <p:nvPr/>
        </p:nvSpPr>
        <p:spPr>
          <a:xfrm flipV="1">
            <a:off x="9235828"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3" name="Straight Connector 32">
            <a:extLst>
              <a:ext uri="{FF2B5EF4-FFF2-40B4-BE49-F238E27FC236}">
                <a16:creationId xmlns:a16="http://schemas.microsoft.com/office/drawing/2014/main" id="{5BC26BBB-6EB5-E2F1-F22E-3E7C9FF8D244}"/>
              </a:ext>
            </a:extLst>
          </p:cNvPr>
          <p:cNvCxnSpPr>
            <a:cxnSpLocks/>
            <a:endCxn id="32" idx="2"/>
          </p:cNvCxnSpPr>
          <p:nvPr/>
        </p:nvCxnSpPr>
        <p:spPr>
          <a:xfrm flipV="1">
            <a:off x="8861671" y="5482534"/>
            <a:ext cx="374158"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464C4BA-6E5E-E9CF-530F-CD92A3C33B27}"/>
              </a:ext>
            </a:extLst>
          </p:cNvPr>
          <p:cNvSpPr>
            <a:spLocks noChangeAspect="1"/>
          </p:cNvSpPr>
          <p:nvPr/>
        </p:nvSpPr>
        <p:spPr>
          <a:xfrm flipV="1">
            <a:off x="9823582"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5" name="Straight Connector 34">
            <a:extLst>
              <a:ext uri="{FF2B5EF4-FFF2-40B4-BE49-F238E27FC236}">
                <a16:creationId xmlns:a16="http://schemas.microsoft.com/office/drawing/2014/main" id="{5EEAEC21-493F-89C8-E353-23919DDDF960}"/>
              </a:ext>
            </a:extLst>
          </p:cNvPr>
          <p:cNvCxnSpPr>
            <a:cxnSpLocks/>
            <a:stCxn id="32" idx="7"/>
            <a:endCxn id="34" idx="3"/>
          </p:cNvCxnSpPr>
          <p:nvPr/>
        </p:nvCxnSpPr>
        <p:spPr>
          <a:xfrm>
            <a:off x="9483914" y="5585294"/>
            <a:ext cx="382233" cy="379997"/>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66FF675E-BBB2-78B6-6742-9A1079442CFB}"/>
              </a:ext>
            </a:extLst>
          </p:cNvPr>
          <p:cNvSpPr>
            <a:spLocks noChangeAspect="1"/>
          </p:cNvSpPr>
          <p:nvPr/>
        </p:nvSpPr>
        <p:spPr>
          <a:xfrm flipV="1">
            <a:off x="10485935"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7" name="Straight Connector 36">
            <a:extLst>
              <a:ext uri="{FF2B5EF4-FFF2-40B4-BE49-F238E27FC236}">
                <a16:creationId xmlns:a16="http://schemas.microsoft.com/office/drawing/2014/main" id="{32FFDE2D-8E95-35D0-7DC3-38B157175AB7}"/>
              </a:ext>
            </a:extLst>
          </p:cNvPr>
          <p:cNvCxnSpPr>
            <a:cxnSpLocks/>
            <a:stCxn id="34" idx="6"/>
            <a:endCxn id="36" idx="2"/>
          </p:cNvCxnSpPr>
          <p:nvPr/>
        </p:nvCxnSpPr>
        <p:spPr>
          <a:xfrm flipV="1">
            <a:off x="10114232"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EB8CEE13-EE3A-C0B7-7401-075AA4F32E73}"/>
              </a:ext>
            </a:extLst>
          </p:cNvPr>
          <p:cNvSpPr>
            <a:spLocks noChangeAspect="1"/>
          </p:cNvSpPr>
          <p:nvPr/>
        </p:nvSpPr>
        <p:spPr>
          <a:xfrm flipV="1">
            <a:off x="11148287"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40" name="Straight Connector 39">
            <a:extLst>
              <a:ext uri="{FF2B5EF4-FFF2-40B4-BE49-F238E27FC236}">
                <a16:creationId xmlns:a16="http://schemas.microsoft.com/office/drawing/2014/main" id="{AE5F7CF9-B5EC-A3CD-FC55-E5DFC16CD057}"/>
              </a:ext>
            </a:extLst>
          </p:cNvPr>
          <p:cNvCxnSpPr>
            <a:cxnSpLocks/>
            <a:stCxn id="36" idx="6"/>
            <a:endCxn id="39" idx="2"/>
          </p:cNvCxnSpPr>
          <p:nvPr/>
        </p:nvCxnSpPr>
        <p:spPr>
          <a:xfrm flipV="1">
            <a:off x="10776585"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066CF2F-45E8-2C61-280F-694BC3245498}"/>
              </a:ext>
            </a:extLst>
          </p:cNvPr>
          <p:cNvSpPr>
            <a:spLocks noChangeAspect="1"/>
          </p:cNvSpPr>
          <p:nvPr/>
        </p:nvSpPr>
        <p:spPr>
          <a:xfrm flipV="1">
            <a:off x="7894352" y="5337207"/>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 name="Straight Connector 6">
            <a:extLst>
              <a:ext uri="{FF2B5EF4-FFF2-40B4-BE49-F238E27FC236}">
                <a16:creationId xmlns:a16="http://schemas.microsoft.com/office/drawing/2014/main" id="{A0428F1B-C68F-4D48-7A33-04F22CFF4D2F}"/>
              </a:ext>
            </a:extLst>
          </p:cNvPr>
          <p:cNvCxnSpPr>
            <a:cxnSpLocks/>
            <a:stCxn id="5" idx="6"/>
            <a:endCxn id="30" idx="2"/>
          </p:cNvCxnSpPr>
          <p:nvPr/>
        </p:nvCxnSpPr>
        <p:spPr>
          <a:xfrm flipV="1">
            <a:off x="8185003" y="5482532"/>
            <a:ext cx="38601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2" name="Up Arrow Callout 61">
            <a:extLst>
              <a:ext uri="{FF2B5EF4-FFF2-40B4-BE49-F238E27FC236}">
                <a16:creationId xmlns:a16="http://schemas.microsoft.com/office/drawing/2014/main" id="{231A6992-B076-1B11-6CF9-44007405D17C}"/>
              </a:ext>
            </a:extLst>
          </p:cNvPr>
          <p:cNvSpPr/>
          <p:nvPr/>
        </p:nvSpPr>
        <p:spPr>
          <a:xfrm>
            <a:off x="10776585" y="6254458"/>
            <a:ext cx="1057451" cy="437999"/>
          </a:xfrm>
          <a:prstGeom prst="upArrow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solidFill>
                  <a:schemeClr val="bg1"/>
                </a:solidFill>
              </a:rPr>
              <a:t>feature_2</a:t>
            </a:r>
          </a:p>
        </p:txBody>
      </p:sp>
      <p:sp>
        <p:nvSpPr>
          <p:cNvPr id="163" name="Rectangle 162">
            <a:extLst>
              <a:ext uri="{FF2B5EF4-FFF2-40B4-BE49-F238E27FC236}">
                <a16:creationId xmlns:a16="http://schemas.microsoft.com/office/drawing/2014/main" id="{A0EE3EBE-5124-2280-019D-1F1D7E9101EF}"/>
              </a:ext>
            </a:extLst>
          </p:cNvPr>
          <p:cNvSpPr/>
          <p:nvPr/>
        </p:nvSpPr>
        <p:spPr>
          <a:xfrm>
            <a:off x="7819605" y="4118692"/>
            <a:ext cx="4281094" cy="2681919"/>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21B6FF4-EAC7-CEB8-AF35-2B5563426FCB}"/>
              </a:ext>
            </a:extLst>
          </p:cNvPr>
          <p:cNvSpPr txBox="1"/>
          <p:nvPr/>
        </p:nvSpPr>
        <p:spPr>
          <a:xfrm>
            <a:off x="5221910" y="829693"/>
            <a:ext cx="2106731" cy="369332"/>
          </a:xfrm>
          <a:prstGeom prst="rect">
            <a:avLst/>
          </a:prstGeom>
          <a:noFill/>
        </p:spPr>
        <p:txBody>
          <a:bodyPr wrap="none" rtlCol="0">
            <a:spAutoFit/>
          </a:bodyPr>
          <a:lstStyle/>
          <a:p>
            <a:r>
              <a:rPr lang="en-US" b="1" dirty="0"/>
              <a:t>GitHub remote repo</a:t>
            </a:r>
          </a:p>
        </p:txBody>
      </p:sp>
      <p:sp>
        <p:nvSpPr>
          <p:cNvPr id="8" name="TextBox 7">
            <a:extLst>
              <a:ext uri="{FF2B5EF4-FFF2-40B4-BE49-F238E27FC236}">
                <a16:creationId xmlns:a16="http://schemas.microsoft.com/office/drawing/2014/main" id="{19CE6877-6A4A-8788-9AC3-DA73C55C0D40}"/>
              </a:ext>
            </a:extLst>
          </p:cNvPr>
          <p:cNvSpPr txBox="1"/>
          <p:nvPr/>
        </p:nvSpPr>
        <p:spPr>
          <a:xfrm>
            <a:off x="39149" y="3377584"/>
            <a:ext cx="2296526" cy="646331"/>
          </a:xfrm>
          <a:prstGeom prst="rect">
            <a:avLst/>
          </a:prstGeom>
          <a:noFill/>
        </p:spPr>
        <p:txBody>
          <a:bodyPr wrap="none" rtlCol="0">
            <a:spAutoFit/>
          </a:bodyPr>
          <a:lstStyle/>
          <a:p>
            <a:r>
              <a:rPr lang="en-US" b="1" dirty="0"/>
              <a:t>Kristina’s local copy of</a:t>
            </a:r>
          </a:p>
          <a:p>
            <a:r>
              <a:rPr lang="en-US" b="1" dirty="0"/>
              <a:t>the repo on the AP</a:t>
            </a:r>
          </a:p>
        </p:txBody>
      </p:sp>
      <p:sp>
        <p:nvSpPr>
          <p:cNvPr id="11" name="TextBox 10">
            <a:extLst>
              <a:ext uri="{FF2B5EF4-FFF2-40B4-BE49-F238E27FC236}">
                <a16:creationId xmlns:a16="http://schemas.microsoft.com/office/drawing/2014/main" id="{DEEF4287-72F0-396F-3F54-ACD42AE5ABB8}"/>
              </a:ext>
            </a:extLst>
          </p:cNvPr>
          <p:cNvSpPr txBox="1"/>
          <p:nvPr/>
        </p:nvSpPr>
        <p:spPr>
          <a:xfrm>
            <a:off x="10085413" y="3377583"/>
            <a:ext cx="1985480" cy="646331"/>
          </a:xfrm>
          <a:prstGeom prst="rect">
            <a:avLst/>
          </a:prstGeom>
          <a:noFill/>
        </p:spPr>
        <p:txBody>
          <a:bodyPr wrap="none" rtlCol="0">
            <a:spAutoFit/>
          </a:bodyPr>
          <a:lstStyle/>
          <a:p>
            <a:r>
              <a:rPr lang="en-US" b="1" dirty="0"/>
              <a:t>Ian’s local copy of</a:t>
            </a:r>
          </a:p>
          <a:p>
            <a:r>
              <a:rPr lang="en-US" b="1" dirty="0"/>
              <a:t>the repo on the AP</a:t>
            </a:r>
          </a:p>
        </p:txBody>
      </p:sp>
      <p:cxnSp>
        <p:nvCxnSpPr>
          <p:cNvPr id="16" name="Straight Arrow Connector 15">
            <a:extLst>
              <a:ext uri="{FF2B5EF4-FFF2-40B4-BE49-F238E27FC236}">
                <a16:creationId xmlns:a16="http://schemas.microsoft.com/office/drawing/2014/main" id="{89852DF0-3E5A-928D-AA3A-BA44C66204CE}"/>
              </a:ext>
            </a:extLst>
          </p:cNvPr>
          <p:cNvCxnSpPr>
            <a:cxnSpLocks/>
          </p:cNvCxnSpPr>
          <p:nvPr/>
        </p:nvCxnSpPr>
        <p:spPr>
          <a:xfrm rot="10800000" flipV="1">
            <a:off x="3911396" y="3645841"/>
            <a:ext cx="805458" cy="1072271"/>
          </a:xfrm>
          <a:prstGeom prst="straightConnector1">
            <a:avLst/>
          </a:prstGeom>
          <a:ln w="76200">
            <a:solidFill>
              <a:schemeClr val="tx1"/>
            </a:solidFill>
            <a:tailEnd type="triangle"/>
          </a:ln>
        </p:spPr>
        <p:style>
          <a:lnRef idx="3">
            <a:schemeClr val="accent5"/>
          </a:lnRef>
          <a:fillRef idx="0">
            <a:schemeClr val="accent5"/>
          </a:fillRef>
          <a:effectRef idx="2">
            <a:schemeClr val="accent5"/>
          </a:effectRef>
          <a:fontRef idx="minor">
            <a:schemeClr val="tx1"/>
          </a:fontRef>
        </p:style>
      </p:cxnSp>
      <p:sp>
        <p:nvSpPr>
          <p:cNvPr id="60" name="TextBox 59">
            <a:extLst>
              <a:ext uri="{FF2B5EF4-FFF2-40B4-BE49-F238E27FC236}">
                <a16:creationId xmlns:a16="http://schemas.microsoft.com/office/drawing/2014/main" id="{A8A09EA4-E7DE-C4C5-D875-95403CCCA33F}"/>
              </a:ext>
            </a:extLst>
          </p:cNvPr>
          <p:cNvSpPr txBox="1"/>
          <p:nvPr/>
        </p:nvSpPr>
        <p:spPr>
          <a:xfrm>
            <a:off x="4352883" y="3997310"/>
            <a:ext cx="912429" cy="369332"/>
          </a:xfrm>
          <a:prstGeom prst="rect">
            <a:avLst/>
          </a:prstGeom>
          <a:noFill/>
        </p:spPr>
        <p:txBody>
          <a:bodyPr wrap="none" rtlCol="0">
            <a:spAutoFit/>
          </a:bodyPr>
          <a:lstStyle/>
          <a:p>
            <a:r>
              <a:rPr lang="en-US" dirty="0"/>
              <a:t>“Clone”</a:t>
            </a:r>
          </a:p>
        </p:txBody>
      </p:sp>
      <p:cxnSp>
        <p:nvCxnSpPr>
          <p:cNvPr id="61" name="Straight Arrow Connector 60">
            <a:extLst>
              <a:ext uri="{FF2B5EF4-FFF2-40B4-BE49-F238E27FC236}">
                <a16:creationId xmlns:a16="http://schemas.microsoft.com/office/drawing/2014/main" id="{3EACFD4E-1A1F-009B-1DE3-CAB9D0BBFE8C}"/>
              </a:ext>
            </a:extLst>
          </p:cNvPr>
          <p:cNvCxnSpPr>
            <a:cxnSpLocks/>
          </p:cNvCxnSpPr>
          <p:nvPr/>
        </p:nvCxnSpPr>
        <p:spPr>
          <a:xfrm rot="10800000" flipH="1" flipV="1">
            <a:off x="7620037" y="3565781"/>
            <a:ext cx="805458" cy="1072271"/>
          </a:xfrm>
          <a:prstGeom prst="straightConnector1">
            <a:avLst/>
          </a:prstGeom>
          <a:ln w="76200">
            <a:solidFill>
              <a:schemeClr val="tx1"/>
            </a:solidFill>
            <a:tailEnd type="triangle"/>
          </a:ln>
        </p:spPr>
        <p:style>
          <a:lnRef idx="3">
            <a:schemeClr val="accent5"/>
          </a:lnRef>
          <a:fillRef idx="0">
            <a:schemeClr val="accent5"/>
          </a:fillRef>
          <a:effectRef idx="2">
            <a:schemeClr val="accent5"/>
          </a:effectRef>
          <a:fontRef idx="minor">
            <a:schemeClr val="tx1"/>
          </a:fontRef>
        </p:style>
      </p:cxnSp>
      <p:sp>
        <p:nvSpPr>
          <p:cNvPr id="89" name="TextBox 88">
            <a:extLst>
              <a:ext uri="{FF2B5EF4-FFF2-40B4-BE49-F238E27FC236}">
                <a16:creationId xmlns:a16="http://schemas.microsoft.com/office/drawing/2014/main" id="{4FA72417-3D20-946D-D4E8-673E828E37B5}"/>
              </a:ext>
            </a:extLst>
          </p:cNvPr>
          <p:cNvSpPr txBox="1"/>
          <p:nvPr/>
        </p:nvSpPr>
        <p:spPr>
          <a:xfrm>
            <a:off x="6982548" y="3981637"/>
            <a:ext cx="912429" cy="369332"/>
          </a:xfrm>
          <a:prstGeom prst="rect">
            <a:avLst/>
          </a:prstGeom>
          <a:noFill/>
        </p:spPr>
        <p:txBody>
          <a:bodyPr wrap="none" rtlCol="0">
            <a:spAutoFit/>
          </a:bodyPr>
          <a:lstStyle/>
          <a:p>
            <a:r>
              <a:rPr lang="en-US" dirty="0"/>
              <a:t>“Clone”</a:t>
            </a:r>
          </a:p>
        </p:txBody>
      </p:sp>
      <p:sp>
        <p:nvSpPr>
          <p:cNvPr id="3" name="Down Arrow Callout 2">
            <a:extLst>
              <a:ext uri="{FF2B5EF4-FFF2-40B4-BE49-F238E27FC236}">
                <a16:creationId xmlns:a16="http://schemas.microsoft.com/office/drawing/2014/main" id="{1B0FF1CE-B83D-C361-13DF-11A5B50D2640}"/>
              </a:ext>
            </a:extLst>
          </p:cNvPr>
          <p:cNvSpPr/>
          <p:nvPr/>
        </p:nvSpPr>
        <p:spPr>
          <a:xfrm>
            <a:off x="4735197" y="197383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56" name="Down Arrow Callout 55">
            <a:extLst>
              <a:ext uri="{FF2B5EF4-FFF2-40B4-BE49-F238E27FC236}">
                <a16:creationId xmlns:a16="http://schemas.microsoft.com/office/drawing/2014/main" id="{26BE9F3A-725A-31FD-4A86-B38E2A684BF5}"/>
              </a:ext>
            </a:extLst>
          </p:cNvPr>
          <p:cNvSpPr>
            <a:spLocks/>
          </p:cNvSpPr>
          <p:nvPr/>
        </p:nvSpPr>
        <p:spPr>
          <a:xfrm>
            <a:off x="651571" y="478710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91" name="Down Arrow Callout 90">
            <a:extLst>
              <a:ext uri="{FF2B5EF4-FFF2-40B4-BE49-F238E27FC236}">
                <a16:creationId xmlns:a16="http://schemas.microsoft.com/office/drawing/2014/main" id="{19434899-5C13-065D-9057-77A8F70C5C46}"/>
              </a:ext>
            </a:extLst>
          </p:cNvPr>
          <p:cNvSpPr/>
          <p:nvPr/>
        </p:nvSpPr>
        <p:spPr>
          <a:xfrm>
            <a:off x="8402732" y="4916496"/>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92" name="Up Arrow Callout 91">
            <a:extLst>
              <a:ext uri="{FF2B5EF4-FFF2-40B4-BE49-F238E27FC236}">
                <a16:creationId xmlns:a16="http://schemas.microsoft.com/office/drawing/2014/main" id="{F5BA7AAC-EB4B-2443-8E7F-941D8180EC87}"/>
              </a:ext>
            </a:extLst>
          </p:cNvPr>
          <p:cNvSpPr/>
          <p:nvPr/>
        </p:nvSpPr>
        <p:spPr>
          <a:xfrm>
            <a:off x="5415177" y="2750395"/>
            <a:ext cx="626070" cy="396346"/>
          </a:xfrm>
          <a:prstGeom prst="upArrowCallou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600" dirty="0">
                <a:solidFill>
                  <a:schemeClr val="tx1"/>
                </a:solidFill>
              </a:rPr>
              <a:t>main</a:t>
            </a:r>
          </a:p>
        </p:txBody>
      </p:sp>
      <p:sp>
        <p:nvSpPr>
          <p:cNvPr id="93" name="Down Arrow Callout 92">
            <a:extLst>
              <a:ext uri="{FF2B5EF4-FFF2-40B4-BE49-F238E27FC236}">
                <a16:creationId xmlns:a16="http://schemas.microsoft.com/office/drawing/2014/main" id="{52FD59EA-DA5C-A818-D945-BA8AA0DA66EC}"/>
              </a:ext>
            </a:extLst>
          </p:cNvPr>
          <p:cNvSpPr/>
          <p:nvPr/>
        </p:nvSpPr>
        <p:spPr>
          <a:xfrm>
            <a:off x="9068118" y="4918280"/>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98" name="Oval Callout 97">
            <a:extLst>
              <a:ext uri="{FF2B5EF4-FFF2-40B4-BE49-F238E27FC236}">
                <a16:creationId xmlns:a16="http://schemas.microsoft.com/office/drawing/2014/main" id="{0A09D319-FC2E-9E8D-0459-9F2E4E6C560E}"/>
              </a:ext>
            </a:extLst>
          </p:cNvPr>
          <p:cNvSpPr/>
          <p:nvPr/>
        </p:nvSpPr>
        <p:spPr>
          <a:xfrm>
            <a:off x="6917061" y="1590188"/>
            <a:ext cx="1926875" cy="310110"/>
          </a:xfrm>
          <a:prstGeom prst="wedgeEllipse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“Pull request”</a:t>
            </a:r>
          </a:p>
        </p:txBody>
      </p:sp>
    </p:spTree>
    <p:extLst>
      <p:ext uri="{BB962C8B-B14F-4D97-AF65-F5344CB8AC3E}">
        <p14:creationId xmlns:p14="http://schemas.microsoft.com/office/powerpoint/2010/main" val="1369518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9"/>
                                        </p:tgtEl>
                                        <p:attrNameLst>
                                          <p:attrName>style.visibility</p:attrName>
                                        </p:attrNameLst>
                                      </p:cBhvr>
                                      <p:to>
                                        <p:strVal val="visible"/>
                                      </p:to>
                                    </p:set>
                                  </p:childTnLst>
                                </p:cTn>
                              </p:par>
                              <p:par>
                                <p:cTn id="25" presetID="1" presetClass="exit" presetSubtype="0" fill="hold" grpId="1" nodeType="withEffect">
                                  <p:stCondLst>
                                    <p:cond delay="0"/>
                                  </p:stCondLst>
                                  <p:childTnLst>
                                    <p:set>
                                      <p:cBhvr>
                                        <p:cTn id="26" dur="1" fill="hold">
                                          <p:stCondLst>
                                            <p:cond delay="0"/>
                                          </p:stCondLst>
                                        </p:cTn>
                                        <p:tgtEl>
                                          <p:spTgt spid="60"/>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16"/>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8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61"/>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5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6"/>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9"/>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0"/>
                                          </p:stCondLst>
                                        </p:cTn>
                                        <p:tgtEl>
                                          <p:spTgt spid="6"/>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4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1"/>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2"/>
                                        </p:tgtEl>
                                        <p:attrNameLst>
                                          <p:attrName>style.visibility</p:attrName>
                                        </p:attrNameLst>
                                      </p:cBhvr>
                                      <p:to>
                                        <p:strVal val="visible"/>
                                      </p:to>
                                    </p:set>
                                  </p:childTnLst>
                                </p:cTn>
                              </p:par>
                              <p:par>
                                <p:cTn id="89" presetID="1" presetClass="exit" presetSubtype="0" fill="hold" grpId="0" nodeType="withEffect">
                                  <p:stCondLst>
                                    <p:cond delay="0"/>
                                  </p:stCondLst>
                                  <p:childTnLst>
                                    <p:set>
                                      <p:cBhvr>
                                        <p:cTn id="90" dur="1" fill="hold">
                                          <p:stCondLst>
                                            <p:cond delay="0"/>
                                          </p:stCondLst>
                                        </p:cTn>
                                        <p:tgtEl>
                                          <p:spTgt spid="3"/>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33"/>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35"/>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3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9"/>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3"/>
                                        </p:tgtEl>
                                        <p:attrNameLst>
                                          <p:attrName>style.visibility</p:attrName>
                                        </p:attrNameLst>
                                      </p:cBhvr>
                                      <p:to>
                                        <p:strVal val="visible"/>
                                      </p:to>
                                    </p:set>
                                  </p:childTnLst>
                                </p:cTn>
                              </p:par>
                              <p:par>
                                <p:cTn id="113" presetID="1" presetClass="exit" presetSubtype="0" fill="hold" grpId="1" nodeType="withEffect">
                                  <p:stCondLst>
                                    <p:cond delay="0"/>
                                  </p:stCondLst>
                                  <p:childTnLst>
                                    <p:set>
                                      <p:cBhvr>
                                        <p:cTn id="114" dur="1" fill="hold">
                                          <p:stCondLst>
                                            <p:cond delay="0"/>
                                          </p:stCondLst>
                                        </p:cTn>
                                        <p:tgtEl>
                                          <p:spTgt spid="91"/>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2"/>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10"/>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presetSubtype="0" fill="hold" nodeType="clickEffect">
                                  <p:stCondLst>
                                    <p:cond delay="0"/>
                                  </p:stCondLst>
                                  <p:childTnLst>
                                    <p:set>
                                      <p:cBhvr>
                                        <p:cTn id="124" dur="1" fill="hold">
                                          <p:stCondLst>
                                            <p:cond delay="0"/>
                                          </p:stCondLst>
                                        </p:cTn>
                                        <p:tgtEl>
                                          <p:spTgt spid="68"/>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69"/>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7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7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73"/>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0"/>
                                        </p:tgtEl>
                                        <p:attrNameLst>
                                          <p:attrName>style.visibility</p:attrName>
                                        </p:attrNameLst>
                                      </p:cBhvr>
                                      <p:to>
                                        <p:strVal val="visible"/>
                                      </p:to>
                                    </p:set>
                                  </p:childTnLst>
                                </p:cTn>
                              </p:par>
                            </p:childTnLst>
                          </p:cTn>
                        </p:par>
                      </p:childTnLst>
                    </p:cTn>
                  </p:par>
                  <p:par>
                    <p:cTn id="137" fill="hold">
                      <p:stCondLst>
                        <p:cond delay="indefinite"/>
                      </p:stCondLst>
                      <p:childTnLst>
                        <p:par>
                          <p:cTn id="138" fill="hold">
                            <p:stCondLst>
                              <p:cond delay="0"/>
                            </p:stCondLst>
                            <p:childTnLst>
                              <p:par>
                                <p:cTn id="139" presetID="1" presetClass="exit" presetSubtype="0" fill="hold" grpId="1" nodeType="clickEffect">
                                  <p:stCondLst>
                                    <p:cond delay="0"/>
                                  </p:stCondLst>
                                  <p:childTnLst>
                                    <p:set>
                                      <p:cBhvr>
                                        <p:cTn id="140" dur="1" fill="hold">
                                          <p:stCondLst>
                                            <p:cond delay="0"/>
                                          </p:stCondLst>
                                        </p:cTn>
                                        <p:tgtEl>
                                          <p:spTgt spid="12"/>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0"/>
                                          </p:stCondLst>
                                        </p:cTn>
                                        <p:tgtEl>
                                          <p:spTgt spid="10"/>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9" grpId="1"/>
      <p:bldP spid="12" grpId="0"/>
      <p:bldP spid="12" grpId="1"/>
      <p:bldP spid="29" grpId="0" animBg="1"/>
      <p:bldP spid="41" grpId="0" animBg="1"/>
      <p:bldP spid="59" grpId="0" animBg="1"/>
      <p:bldP spid="63" grpId="0" animBg="1"/>
      <p:bldP spid="67" grpId="0" animBg="1"/>
      <p:bldP spid="69" grpId="0" animBg="1"/>
      <p:bldP spid="71" grpId="0" animBg="1"/>
      <p:bldP spid="73" grpId="0" animBg="1"/>
      <p:bldP spid="46" grpId="0" animBg="1"/>
      <p:bldP spid="48" grpId="0" animBg="1"/>
      <p:bldP spid="50" grpId="0" animBg="1"/>
      <p:bldP spid="52" grpId="0" animBg="1"/>
      <p:bldP spid="54" grpId="0" animBg="1"/>
      <p:bldP spid="30" grpId="0" animBg="1"/>
      <p:bldP spid="32" grpId="0" animBg="1"/>
      <p:bldP spid="34" grpId="0" animBg="1"/>
      <p:bldP spid="36" grpId="0" animBg="1"/>
      <p:bldP spid="39" grpId="0" animBg="1"/>
      <p:bldP spid="5" grpId="0" animBg="1"/>
      <p:bldP spid="62" grpId="0" animBg="1"/>
      <p:bldP spid="60" grpId="0"/>
      <p:bldP spid="60" grpId="1"/>
      <p:bldP spid="89" grpId="0"/>
      <p:bldP spid="89" grpId="1"/>
      <p:bldP spid="3" grpId="0" animBg="1"/>
      <p:bldP spid="56" grpId="0" animBg="1"/>
      <p:bldP spid="91" grpId="0" animBg="1"/>
      <p:bldP spid="91" grpId="1" animBg="1"/>
      <p:bldP spid="92" grpId="0" animBg="1"/>
      <p:bldP spid="93" grpId="0" animBg="1"/>
      <p:bldP spid="9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1A4DC-AEEA-9253-68CD-963D2D8FD2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D32070-A724-1D05-2583-0D93963FC1F8}"/>
              </a:ext>
            </a:extLst>
          </p:cNvPr>
          <p:cNvSpPr>
            <a:spLocks noGrp="1"/>
          </p:cNvSpPr>
          <p:nvPr>
            <p:ph type="title"/>
          </p:nvPr>
        </p:nvSpPr>
        <p:spPr>
          <a:xfrm>
            <a:off x="421446" y="-18159"/>
            <a:ext cx="10515600" cy="1325563"/>
          </a:xfrm>
        </p:spPr>
        <p:txBody>
          <a:bodyPr>
            <a:normAutofit/>
          </a:bodyPr>
          <a:lstStyle/>
          <a:p>
            <a:r>
              <a:rPr lang="en-US" sz="3200" b="1" dirty="0">
                <a:solidFill>
                  <a:srgbClr val="1D609D"/>
                </a:solidFill>
                <a:latin typeface="Arial" panose="020B0604020202020204" pitchFamily="34" charset="0"/>
                <a:cs typeface="Arial" panose="020B0604020202020204" pitchFamily="34" charset="0"/>
              </a:rPr>
              <a:t>Collaborating using GitHub</a:t>
            </a:r>
          </a:p>
        </p:txBody>
      </p:sp>
      <p:sp>
        <p:nvSpPr>
          <p:cNvPr id="46" name="Oval 45">
            <a:extLst>
              <a:ext uri="{FF2B5EF4-FFF2-40B4-BE49-F238E27FC236}">
                <a16:creationId xmlns:a16="http://schemas.microsoft.com/office/drawing/2014/main" id="{1B17E68E-0273-C89E-A1E1-5BDC00451947}"/>
              </a:ext>
            </a:extLst>
          </p:cNvPr>
          <p:cNvSpPr>
            <a:spLocks noChangeAspect="1"/>
          </p:cNvSpPr>
          <p:nvPr/>
        </p:nvSpPr>
        <p:spPr>
          <a:xfrm>
            <a:off x="178324"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8" name="Oval 47">
            <a:extLst>
              <a:ext uri="{FF2B5EF4-FFF2-40B4-BE49-F238E27FC236}">
                <a16:creationId xmlns:a16="http://schemas.microsoft.com/office/drawing/2014/main" id="{001FB3A8-CA38-2641-2DAC-C0A8B57CE61B}"/>
              </a:ext>
            </a:extLst>
          </p:cNvPr>
          <p:cNvSpPr>
            <a:spLocks noChangeAspect="1"/>
          </p:cNvSpPr>
          <p:nvPr/>
        </p:nvSpPr>
        <p:spPr>
          <a:xfrm>
            <a:off x="823709"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9" name="Straight Connector 48">
            <a:extLst>
              <a:ext uri="{FF2B5EF4-FFF2-40B4-BE49-F238E27FC236}">
                <a16:creationId xmlns:a16="http://schemas.microsoft.com/office/drawing/2014/main" id="{F8438EEB-663C-A4A6-D47F-8BDE93A9207B}"/>
              </a:ext>
            </a:extLst>
          </p:cNvPr>
          <p:cNvCxnSpPr>
            <a:cxnSpLocks/>
            <a:endCxn id="48" idx="2"/>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B3DA0057-4E3C-7A6E-91E1-FD6A95ED527A}"/>
              </a:ext>
            </a:extLst>
          </p:cNvPr>
          <p:cNvSpPr>
            <a:spLocks noChangeAspect="1"/>
          </p:cNvSpPr>
          <p:nvPr/>
        </p:nvSpPr>
        <p:spPr>
          <a:xfrm>
            <a:off x="1431773"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1" name="Straight Connector 50">
            <a:extLst>
              <a:ext uri="{FF2B5EF4-FFF2-40B4-BE49-F238E27FC236}">
                <a16:creationId xmlns:a16="http://schemas.microsoft.com/office/drawing/2014/main" id="{C96A1857-1712-BBA7-BB79-72D31F1BEDC5}"/>
              </a:ext>
            </a:extLst>
          </p:cNvPr>
          <p:cNvCxnSpPr>
            <a:cxnSpLocks/>
            <a:stCxn id="48" idx="7"/>
            <a:endCxn id="50" idx="3"/>
          </p:cNvCxnSpPr>
          <p:nvPr/>
        </p:nvCxnSpPr>
        <p:spPr>
          <a:xfrm flipV="1">
            <a:off x="1064547" y="4874542"/>
            <a:ext cx="408547" cy="37938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0F22158A-1F08-42DD-D941-06638DA804CA}"/>
              </a:ext>
            </a:extLst>
          </p:cNvPr>
          <p:cNvSpPr>
            <a:spLocks noChangeAspect="1"/>
          </p:cNvSpPr>
          <p:nvPr/>
        </p:nvSpPr>
        <p:spPr>
          <a:xfrm>
            <a:off x="2074774"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3" name="Straight Connector 52">
            <a:extLst>
              <a:ext uri="{FF2B5EF4-FFF2-40B4-BE49-F238E27FC236}">
                <a16:creationId xmlns:a16="http://schemas.microsoft.com/office/drawing/2014/main" id="{2F92CBBD-4E00-CB85-0083-9B21420EC3B3}"/>
              </a:ext>
            </a:extLst>
          </p:cNvPr>
          <p:cNvCxnSpPr>
            <a:cxnSpLocks/>
            <a:stCxn id="50" idx="6"/>
            <a:endCxn id="52" idx="2"/>
          </p:cNvCxnSpPr>
          <p:nvPr/>
        </p:nvCxnSpPr>
        <p:spPr>
          <a:xfrm>
            <a:off x="1713932" y="4774783"/>
            <a:ext cx="360842" cy="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4" name="Down Arrow Callout 53">
            <a:extLst>
              <a:ext uri="{FF2B5EF4-FFF2-40B4-BE49-F238E27FC236}">
                <a16:creationId xmlns:a16="http://schemas.microsoft.com/office/drawing/2014/main" id="{461DBD4A-BACD-A163-F1B8-F29A51778759}"/>
              </a:ext>
            </a:extLst>
          </p:cNvPr>
          <p:cNvSpPr/>
          <p:nvPr/>
        </p:nvSpPr>
        <p:spPr>
          <a:xfrm>
            <a:off x="1684456" y="4201071"/>
            <a:ext cx="1062795" cy="407673"/>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solidFill>
                  <a:schemeClr val="bg1"/>
                </a:solidFill>
              </a:rPr>
              <a:t>feature_1</a:t>
            </a:r>
            <a:endParaRPr lang="en-US" sz="1000" dirty="0">
              <a:solidFill>
                <a:schemeClr val="bg1"/>
              </a:solidFill>
            </a:endParaRPr>
          </a:p>
        </p:txBody>
      </p:sp>
      <p:sp>
        <p:nvSpPr>
          <p:cNvPr id="162" name="Rectangle 161">
            <a:extLst>
              <a:ext uri="{FF2B5EF4-FFF2-40B4-BE49-F238E27FC236}">
                <a16:creationId xmlns:a16="http://schemas.microsoft.com/office/drawing/2014/main" id="{ECD00B4A-3343-0A67-47F6-8CA2024E7F1D}"/>
              </a:ext>
            </a:extLst>
          </p:cNvPr>
          <p:cNvSpPr/>
          <p:nvPr/>
        </p:nvSpPr>
        <p:spPr>
          <a:xfrm>
            <a:off x="59308" y="4112698"/>
            <a:ext cx="4313090" cy="2687913"/>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B7C7C0F0-5485-36F5-755B-6A9359A62345}"/>
              </a:ext>
            </a:extLst>
          </p:cNvPr>
          <p:cNvSpPr/>
          <p:nvPr/>
        </p:nvSpPr>
        <p:spPr>
          <a:xfrm>
            <a:off x="7819605" y="4118692"/>
            <a:ext cx="4281094" cy="2681919"/>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73A0947-027D-12C8-2CE6-03E930990165}"/>
              </a:ext>
            </a:extLst>
          </p:cNvPr>
          <p:cNvSpPr txBox="1"/>
          <p:nvPr/>
        </p:nvSpPr>
        <p:spPr>
          <a:xfrm>
            <a:off x="5221910" y="829693"/>
            <a:ext cx="2106731" cy="369332"/>
          </a:xfrm>
          <a:prstGeom prst="rect">
            <a:avLst/>
          </a:prstGeom>
          <a:noFill/>
        </p:spPr>
        <p:txBody>
          <a:bodyPr wrap="none" rtlCol="0">
            <a:spAutoFit/>
          </a:bodyPr>
          <a:lstStyle/>
          <a:p>
            <a:r>
              <a:rPr lang="en-US" b="1" dirty="0"/>
              <a:t>GitHub remote repo</a:t>
            </a:r>
          </a:p>
        </p:txBody>
      </p:sp>
      <p:sp>
        <p:nvSpPr>
          <p:cNvPr id="8" name="TextBox 7">
            <a:extLst>
              <a:ext uri="{FF2B5EF4-FFF2-40B4-BE49-F238E27FC236}">
                <a16:creationId xmlns:a16="http://schemas.microsoft.com/office/drawing/2014/main" id="{2CEC17A9-EDAF-5A1B-B26B-1B210F1E030D}"/>
              </a:ext>
            </a:extLst>
          </p:cNvPr>
          <p:cNvSpPr txBox="1"/>
          <p:nvPr/>
        </p:nvSpPr>
        <p:spPr>
          <a:xfrm>
            <a:off x="39149" y="3377584"/>
            <a:ext cx="2296526" cy="646331"/>
          </a:xfrm>
          <a:prstGeom prst="rect">
            <a:avLst/>
          </a:prstGeom>
          <a:noFill/>
        </p:spPr>
        <p:txBody>
          <a:bodyPr wrap="none" rtlCol="0">
            <a:spAutoFit/>
          </a:bodyPr>
          <a:lstStyle/>
          <a:p>
            <a:r>
              <a:rPr lang="en-US" b="1" dirty="0"/>
              <a:t>Kristina’s local copy of</a:t>
            </a:r>
          </a:p>
          <a:p>
            <a:r>
              <a:rPr lang="en-US" b="1" dirty="0"/>
              <a:t>the repo on the AP</a:t>
            </a:r>
          </a:p>
        </p:txBody>
      </p:sp>
      <p:sp>
        <p:nvSpPr>
          <p:cNvPr id="11" name="TextBox 10">
            <a:extLst>
              <a:ext uri="{FF2B5EF4-FFF2-40B4-BE49-F238E27FC236}">
                <a16:creationId xmlns:a16="http://schemas.microsoft.com/office/drawing/2014/main" id="{50D4E918-AEA9-2112-6AC4-E5CC88BB3466}"/>
              </a:ext>
            </a:extLst>
          </p:cNvPr>
          <p:cNvSpPr txBox="1"/>
          <p:nvPr/>
        </p:nvSpPr>
        <p:spPr>
          <a:xfrm>
            <a:off x="10085413" y="3377583"/>
            <a:ext cx="1985480" cy="646331"/>
          </a:xfrm>
          <a:prstGeom prst="rect">
            <a:avLst/>
          </a:prstGeom>
          <a:noFill/>
        </p:spPr>
        <p:txBody>
          <a:bodyPr wrap="none" rtlCol="0">
            <a:spAutoFit/>
          </a:bodyPr>
          <a:lstStyle/>
          <a:p>
            <a:r>
              <a:rPr lang="en-US" b="1" dirty="0"/>
              <a:t>Ian’s local copy of</a:t>
            </a:r>
          </a:p>
          <a:p>
            <a:r>
              <a:rPr lang="en-US" b="1" dirty="0"/>
              <a:t>the repo on the AP</a:t>
            </a:r>
          </a:p>
        </p:txBody>
      </p:sp>
      <p:sp>
        <p:nvSpPr>
          <p:cNvPr id="56" name="Down Arrow Callout 55">
            <a:extLst>
              <a:ext uri="{FF2B5EF4-FFF2-40B4-BE49-F238E27FC236}">
                <a16:creationId xmlns:a16="http://schemas.microsoft.com/office/drawing/2014/main" id="{014BD5A9-7FB0-643B-B1B4-4A11F0BCDC46}"/>
              </a:ext>
            </a:extLst>
          </p:cNvPr>
          <p:cNvSpPr/>
          <p:nvPr/>
        </p:nvSpPr>
        <p:spPr>
          <a:xfrm>
            <a:off x="651571" y="478710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nvGrpSpPr>
          <p:cNvPr id="75" name="Group 74">
            <a:extLst>
              <a:ext uri="{FF2B5EF4-FFF2-40B4-BE49-F238E27FC236}">
                <a16:creationId xmlns:a16="http://schemas.microsoft.com/office/drawing/2014/main" id="{BAB80726-9B32-5B2A-31FC-8F8CDE93CBAC}"/>
              </a:ext>
            </a:extLst>
          </p:cNvPr>
          <p:cNvGrpSpPr/>
          <p:nvPr/>
        </p:nvGrpSpPr>
        <p:grpSpPr>
          <a:xfrm>
            <a:off x="7894352" y="4918280"/>
            <a:ext cx="3939684" cy="1774177"/>
            <a:chOff x="7894352" y="4918280"/>
            <a:chExt cx="3939684" cy="1774177"/>
          </a:xfrm>
        </p:grpSpPr>
        <p:sp>
          <p:nvSpPr>
            <p:cNvPr id="30" name="Oval 29">
              <a:extLst>
                <a:ext uri="{FF2B5EF4-FFF2-40B4-BE49-F238E27FC236}">
                  <a16:creationId xmlns:a16="http://schemas.microsoft.com/office/drawing/2014/main" id="{484FB276-D59B-FEB0-294B-EB5D2ACCA751}"/>
                </a:ext>
              </a:extLst>
            </p:cNvPr>
            <p:cNvSpPr>
              <a:spLocks noChangeAspect="1"/>
            </p:cNvSpPr>
            <p:nvPr/>
          </p:nvSpPr>
          <p:spPr>
            <a:xfrm flipV="1">
              <a:off x="8571020"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Oval 31">
              <a:extLst>
                <a:ext uri="{FF2B5EF4-FFF2-40B4-BE49-F238E27FC236}">
                  <a16:creationId xmlns:a16="http://schemas.microsoft.com/office/drawing/2014/main" id="{E872467A-40A0-EF9B-07D0-A31762E4E316}"/>
                </a:ext>
              </a:extLst>
            </p:cNvPr>
            <p:cNvSpPr>
              <a:spLocks noChangeAspect="1"/>
            </p:cNvSpPr>
            <p:nvPr/>
          </p:nvSpPr>
          <p:spPr>
            <a:xfrm flipV="1">
              <a:off x="9235828"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3" name="Straight Connector 32">
              <a:extLst>
                <a:ext uri="{FF2B5EF4-FFF2-40B4-BE49-F238E27FC236}">
                  <a16:creationId xmlns:a16="http://schemas.microsoft.com/office/drawing/2014/main" id="{C56E8B56-541B-82F3-6405-DDC9C9ED62D5}"/>
                </a:ext>
              </a:extLst>
            </p:cNvPr>
            <p:cNvCxnSpPr>
              <a:cxnSpLocks/>
              <a:endCxn id="32" idx="2"/>
            </p:cNvCxnSpPr>
            <p:nvPr/>
          </p:nvCxnSpPr>
          <p:spPr>
            <a:xfrm flipV="1">
              <a:off x="8861671" y="5482534"/>
              <a:ext cx="374158"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7D2CDB7B-31A8-15E6-1C05-ABAA6C9CB041}"/>
                </a:ext>
              </a:extLst>
            </p:cNvPr>
            <p:cNvSpPr>
              <a:spLocks noChangeAspect="1"/>
            </p:cNvSpPr>
            <p:nvPr/>
          </p:nvSpPr>
          <p:spPr>
            <a:xfrm flipV="1">
              <a:off x="9823582"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5" name="Straight Connector 34">
              <a:extLst>
                <a:ext uri="{FF2B5EF4-FFF2-40B4-BE49-F238E27FC236}">
                  <a16:creationId xmlns:a16="http://schemas.microsoft.com/office/drawing/2014/main" id="{A8C25CD5-B515-479F-C1D1-8789CC1E9ED1}"/>
                </a:ext>
              </a:extLst>
            </p:cNvPr>
            <p:cNvCxnSpPr>
              <a:cxnSpLocks/>
              <a:stCxn id="32" idx="7"/>
              <a:endCxn id="34" idx="3"/>
            </p:cNvCxnSpPr>
            <p:nvPr/>
          </p:nvCxnSpPr>
          <p:spPr>
            <a:xfrm>
              <a:off x="9483914" y="5585294"/>
              <a:ext cx="382233" cy="379997"/>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863B56AA-AA5B-A460-ADE2-ADD926274E2F}"/>
                </a:ext>
              </a:extLst>
            </p:cNvPr>
            <p:cNvSpPr>
              <a:spLocks noChangeAspect="1"/>
            </p:cNvSpPr>
            <p:nvPr/>
          </p:nvSpPr>
          <p:spPr>
            <a:xfrm flipV="1">
              <a:off x="10485935"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7" name="Straight Connector 36">
              <a:extLst>
                <a:ext uri="{FF2B5EF4-FFF2-40B4-BE49-F238E27FC236}">
                  <a16:creationId xmlns:a16="http://schemas.microsoft.com/office/drawing/2014/main" id="{942C42EE-2212-F405-389B-FBB8EC163EC7}"/>
                </a:ext>
              </a:extLst>
            </p:cNvPr>
            <p:cNvCxnSpPr>
              <a:cxnSpLocks/>
              <a:stCxn id="34" idx="6"/>
              <a:endCxn id="36" idx="2"/>
            </p:cNvCxnSpPr>
            <p:nvPr/>
          </p:nvCxnSpPr>
          <p:spPr>
            <a:xfrm flipV="1">
              <a:off x="10114232"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C7640695-F214-C118-C63C-EAAABFDEDC3F}"/>
                </a:ext>
              </a:extLst>
            </p:cNvPr>
            <p:cNvSpPr>
              <a:spLocks noChangeAspect="1"/>
            </p:cNvSpPr>
            <p:nvPr/>
          </p:nvSpPr>
          <p:spPr>
            <a:xfrm flipV="1">
              <a:off x="11148287"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40" name="Straight Connector 39">
              <a:extLst>
                <a:ext uri="{FF2B5EF4-FFF2-40B4-BE49-F238E27FC236}">
                  <a16:creationId xmlns:a16="http://schemas.microsoft.com/office/drawing/2014/main" id="{EAEED498-202E-4A5B-92FD-47137E727D7F}"/>
                </a:ext>
              </a:extLst>
            </p:cNvPr>
            <p:cNvCxnSpPr>
              <a:cxnSpLocks/>
              <a:stCxn id="36" idx="6"/>
              <a:endCxn id="39" idx="2"/>
            </p:cNvCxnSpPr>
            <p:nvPr/>
          </p:nvCxnSpPr>
          <p:spPr>
            <a:xfrm flipV="1">
              <a:off x="10776585"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075E1D8-3223-84FF-B72F-AEDA0BEECFB2}"/>
                </a:ext>
              </a:extLst>
            </p:cNvPr>
            <p:cNvSpPr>
              <a:spLocks noChangeAspect="1"/>
            </p:cNvSpPr>
            <p:nvPr/>
          </p:nvSpPr>
          <p:spPr>
            <a:xfrm flipV="1">
              <a:off x="7894352" y="5337207"/>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 name="Straight Connector 6">
              <a:extLst>
                <a:ext uri="{FF2B5EF4-FFF2-40B4-BE49-F238E27FC236}">
                  <a16:creationId xmlns:a16="http://schemas.microsoft.com/office/drawing/2014/main" id="{223A004D-4AFE-DD78-A255-8D45366D1C91}"/>
                </a:ext>
              </a:extLst>
            </p:cNvPr>
            <p:cNvCxnSpPr>
              <a:cxnSpLocks/>
              <a:stCxn id="5" idx="6"/>
              <a:endCxn id="30" idx="2"/>
            </p:cNvCxnSpPr>
            <p:nvPr/>
          </p:nvCxnSpPr>
          <p:spPr>
            <a:xfrm flipV="1">
              <a:off x="8185003" y="5482532"/>
              <a:ext cx="38601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2" name="Up Arrow Callout 61">
              <a:extLst>
                <a:ext uri="{FF2B5EF4-FFF2-40B4-BE49-F238E27FC236}">
                  <a16:creationId xmlns:a16="http://schemas.microsoft.com/office/drawing/2014/main" id="{A32E9BB7-B944-A193-903E-99C21E5E851A}"/>
                </a:ext>
              </a:extLst>
            </p:cNvPr>
            <p:cNvSpPr/>
            <p:nvPr/>
          </p:nvSpPr>
          <p:spPr>
            <a:xfrm>
              <a:off x="10776585" y="6254458"/>
              <a:ext cx="1057451" cy="437999"/>
            </a:xfrm>
            <a:prstGeom prst="upArrow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solidFill>
                    <a:schemeClr val="bg1"/>
                  </a:solidFill>
                </a:rPr>
                <a:t>feature_2</a:t>
              </a:r>
            </a:p>
          </p:txBody>
        </p:sp>
        <p:sp>
          <p:nvSpPr>
            <p:cNvPr id="93" name="Down Arrow Callout 92">
              <a:extLst>
                <a:ext uri="{FF2B5EF4-FFF2-40B4-BE49-F238E27FC236}">
                  <a16:creationId xmlns:a16="http://schemas.microsoft.com/office/drawing/2014/main" id="{074E2DEA-22DE-16A3-65B4-C5A173A850F8}"/>
                </a:ext>
              </a:extLst>
            </p:cNvPr>
            <p:cNvSpPr/>
            <p:nvPr/>
          </p:nvSpPr>
          <p:spPr>
            <a:xfrm>
              <a:off x="9068118" y="4918280"/>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sp>
        <p:nvSpPr>
          <p:cNvPr id="47" name="Explosion 1 46">
            <a:extLst>
              <a:ext uri="{FF2B5EF4-FFF2-40B4-BE49-F238E27FC236}">
                <a16:creationId xmlns:a16="http://schemas.microsoft.com/office/drawing/2014/main" id="{B506D215-2508-AD7F-C065-44D71C56F07F}"/>
              </a:ext>
            </a:extLst>
          </p:cNvPr>
          <p:cNvSpPr/>
          <p:nvPr/>
        </p:nvSpPr>
        <p:spPr>
          <a:xfrm>
            <a:off x="8479112" y="1356054"/>
            <a:ext cx="1574807" cy="730626"/>
          </a:xfrm>
          <a:prstGeom prst="irregularSeal1">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Merge</a:t>
            </a:r>
          </a:p>
        </p:txBody>
      </p:sp>
      <p:sp>
        <p:nvSpPr>
          <p:cNvPr id="65" name="Rectangle 64">
            <a:extLst>
              <a:ext uri="{FF2B5EF4-FFF2-40B4-BE49-F238E27FC236}">
                <a16:creationId xmlns:a16="http://schemas.microsoft.com/office/drawing/2014/main" id="{D65ED7CE-7B6A-5727-56D4-42FB4F847035}"/>
              </a:ext>
            </a:extLst>
          </p:cNvPr>
          <p:cNvSpPr/>
          <p:nvPr/>
        </p:nvSpPr>
        <p:spPr>
          <a:xfrm>
            <a:off x="4125058" y="1244692"/>
            <a:ext cx="4300436" cy="273694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Callout 54">
            <a:extLst>
              <a:ext uri="{FF2B5EF4-FFF2-40B4-BE49-F238E27FC236}">
                <a16:creationId xmlns:a16="http://schemas.microsoft.com/office/drawing/2014/main" id="{CB9C6C3F-D95A-6014-1E18-DB3463F8ED26}"/>
              </a:ext>
            </a:extLst>
          </p:cNvPr>
          <p:cNvSpPr/>
          <p:nvPr/>
        </p:nvSpPr>
        <p:spPr>
          <a:xfrm>
            <a:off x="7682861" y="2748705"/>
            <a:ext cx="1926875" cy="310110"/>
          </a:xfrm>
          <a:prstGeom prst="wedgeEllipse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t>“Pull request”</a:t>
            </a:r>
          </a:p>
        </p:txBody>
      </p:sp>
      <p:sp>
        <p:nvSpPr>
          <p:cNvPr id="61" name="Oval 60">
            <a:extLst>
              <a:ext uri="{FF2B5EF4-FFF2-40B4-BE49-F238E27FC236}">
                <a16:creationId xmlns:a16="http://schemas.microsoft.com/office/drawing/2014/main" id="{31B98078-6519-CDCE-2E26-7BEC1E87E4C2}"/>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3" name="Oval 62">
            <a:extLst>
              <a:ext uri="{FF2B5EF4-FFF2-40B4-BE49-F238E27FC236}">
                <a16:creationId xmlns:a16="http://schemas.microsoft.com/office/drawing/2014/main" id="{60DC0CF9-1BD3-465A-8392-588B7BECBC63}"/>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64" name="Straight Connector 63">
            <a:extLst>
              <a:ext uri="{FF2B5EF4-FFF2-40B4-BE49-F238E27FC236}">
                <a16:creationId xmlns:a16="http://schemas.microsoft.com/office/drawing/2014/main" id="{A67B6DC8-5E7C-12C3-56B1-413FF1DC014B}"/>
              </a:ext>
            </a:extLst>
          </p:cNvPr>
          <p:cNvCxnSpPr>
            <a:cxnSpLocks/>
            <a:endCxn id="63"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6" name="Oval 65">
            <a:extLst>
              <a:ext uri="{FF2B5EF4-FFF2-40B4-BE49-F238E27FC236}">
                <a16:creationId xmlns:a16="http://schemas.microsoft.com/office/drawing/2014/main" id="{F754F4B8-8B70-6FB0-C394-A40F23F95470}"/>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74" name="Straight Connector 73">
            <a:extLst>
              <a:ext uri="{FF2B5EF4-FFF2-40B4-BE49-F238E27FC236}">
                <a16:creationId xmlns:a16="http://schemas.microsoft.com/office/drawing/2014/main" id="{359F9C04-D295-725C-FB43-F490DE77C4EE}"/>
              </a:ext>
            </a:extLst>
          </p:cNvPr>
          <p:cNvCxnSpPr>
            <a:cxnSpLocks/>
            <a:stCxn id="63" idx="7"/>
            <a:endCxn id="66"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76" name="Oval 75">
            <a:extLst>
              <a:ext uri="{FF2B5EF4-FFF2-40B4-BE49-F238E27FC236}">
                <a16:creationId xmlns:a16="http://schemas.microsoft.com/office/drawing/2014/main" id="{2E0B05D8-B91E-1AD5-9761-DE4357615C05}"/>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7" name="Straight Connector 76">
            <a:extLst>
              <a:ext uri="{FF2B5EF4-FFF2-40B4-BE49-F238E27FC236}">
                <a16:creationId xmlns:a16="http://schemas.microsoft.com/office/drawing/2014/main" id="{0AB67BA6-2B7A-01EF-7EF6-C827EC5767D3}"/>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6CCB0EC0-C8FB-9DA2-B872-9AF831625073}"/>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79" name="Straight Connector 78">
            <a:extLst>
              <a:ext uri="{FF2B5EF4-FFF2-40B4-BE49-F238E27FC236}">
                <a16:creationId xmlns:a16="http://schemas.microsoft.com/office/drawing/2014/main" id="{2CF17888-D9A7-D248-9F44-8FF28DD27BEC}"/>
              </a:ext>
            </a:extLst>
          </p:cNvPr>
          <p:cNvCxnSpPr>
            <a:cxnSpLocks/>
            <a:stCxn id="66" idx="6"/>
            <a:endCxn id="78"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80" name="Oval 79">
            <a:extLst>
              <a:ext uri="{FF2B5EF4-FFF2-40B4-BE49-F238E27FC236}">
                <a16:creationId xmlns:a16="http://schemas.microsoft.com/office/drawing/2014/main" id="{8053A463-B125-3CB5-C0E6-06D92D9459AD}"/>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1" name="Straight Connector 80">
            <a:extLst>
              <a:ext uri="{FF2B5EF4-FFF2-40B4-BE49-F238E27FC236}">
                <a16:creationId xmlns:a16="http://schemas.microsoft.com/office/drawing/2014/main" id="{FEEAB3C8-8DF7-62BE-AA16-5FB4A27033AE}"/>
              </a:ext>
            </a:extLst>
          </p:cNvPr>
          <p:cNvCxnSpPr>
            <a:cxnSpLocks/>
            <a:stCxn id="76" idx="5"/>
            <a:endCxn id="80"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2" name="Oval 81">
            <a:extLst>
              <a:ext uri="{FF2B5EF4-FFF2-40B4-BE49-F238E27FC236}">
                <a16:creationId xmlns:a16="http://schemas.microsoft.com/office/drawing/2014/main" id="{D7137E11-D9DB-A606-C4D9-1F9DD1206B82}"/>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3" name="Straight Connector 82">
            <a:extLst>
              <a:ext uri="{FF2B5EF4-FFF2-40B4-BE49-F238E27FC236}">
                <a16:creationId xmlns:a16="http://schemas.microsoft.com/office/drawing/2014/main" id="{32F553BF-9025-0FD3-9758-AC0C076207E7}"/>
              </a:ext>
            </a:extLst>
          </p:cNvPr>
          <p:cNvCxnSpPr>
            <a:cxnSpLocks/>
            <a:stCxn id="80" idx="6"/>
            <a:endCxn id="82"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8D722D0F-3741-FC5C-FEFD-96FDD50AA951}"/>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5" name="Straight Connector 84">
            <a:extLst>
              <a:ext uri="{FF2B5EF4-FFF2-40B4-BE49-F238E27FC236}">
                <a16:creationId xmlns:a16="http://schemas.microsoft.com/office/drawing/2014/main" id="{C0D9EC91-832A-0F66-27A9-89A0E01F8156}"/>
              </a:ext>
            </a:extLst>
          </p:cNvPr>
          <p:cNvCxnSpPr>
            <a:cxnSpLocks/>
            <a:stCxn id="82" idx="6"/>
            <a:endCxn id="84"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90" name="Down Arrow Callout 2">
            <a:extLst>
              <a:ext uri="{FF2B5EF4-FFF2-40B4-BE49-F238E27FC236}">
                <a16:creationId xmlns:a16="http://schemas.microsoft.com/office/drawing/2014/main" id="{5A55D0AF-F21D-9786-C5E4-3679ED2E8E9E}"/>
              </a:ext>
            </a:extLst>
          </p:cNvPr>
          <p:cNvSpPr/>
          <p:nvPr/>
        </p:nvSpPr>
        <p:spPr>
          <a:xfrm>
            <a:off x="6630686" y="197383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nvGrpSpPr>
          <p:cNvPr id="91" name="Group 90">
            <a:extLst>
              <a:ext uri="{FF2B5EF4-FFF2-40B4-BE49-F238E27FC236}">
                <a16:creationId xmlns:a16="http://schemas.microsoft.com/office/drawing/2014/main" id="{1328482B-C175-80AC-7600-48552D7F36C9}"/>
              </a:ext>
            </a:extLst>
          </p:cNvPr>
          <p:cNvGrpSpPr/>
          <p:nvPr/>
        </p:nvGrpSpPr>
        <p:grpSpPr>
          <a:xfrm>
            <a:off x="5882040" y="2023894"/>
            <a:ext cx="1217178" cy="670793"/>
            <a:chOff x="5882040" y="2023894"/>
            <a:chExt cx="1217178" cy="670793"/>
          </a:xfrm>
        </p:grpSpPr>
        <p:cxnSp>
          <p:nvCxnSpPr>
            <p:cNvPr id="87" name="Straight Connector 86">
              <a:extLst>
                <a:ext uri="{FF2B5EF4-FFF2-40B4-BE49-F238E27FC236}">
                  <a16:creationId xmlns:a16="http://schemas.microsoft.com/office/drawing/2014/main" id="{1DEA11D3-3CAC-56D3-2F91-25748563C221}"/>
                </a:ext>
              </a:extLst>
            </p:cNvPr>
            <p:cNvCxnSpPr>
              <a:cxnSpLocks/>
              <a:endCxn id="88" idx="2"/>
            </p:cNvCxnSpPr>
            <p:nvPr/>
          </p:nvCxnSpPr>
          <p:spPr>
            <a:xfrm>
              <a:off x="5882040" y="2545967"/>
              <a:ext cx="919739"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8" name="Oval 87">
              <a:extLst>
                <a:ext uri="{FF2B5EF4-FFF2-40B4-BE49-F238E27FC236}">
                  <a16:creationId xmlns:a16="http://schemas.microsoft.com/office/drawing/2014/main" id="{BD0DF5BA-F19D-9665-8AFC-F263B5FA5EB1}"/>
                </a:ext>
              </a:extLst>
            </p:cNvPr>
            <p:cNvSpPr>
              <a:spLocks noChangeAspect="1"/>
            </p:cNvSpPr>
            <p:nvPr/>
          </p:nvSpPr>
          <p:spPr>
            <a:xfrm>
              <a:off x="6801779" y="2397247"/>
              <a:ext cx="297439" cy="29744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89" name="Straight Connector 88">
              <a:extLst>
                <a:ext uri="{FF2B5EF4-FFF2-40B4-BE49-F238E27FC236}">
                  <a16:creationId xmlns:a16="http://schemas.microsoft.com/office/drawing/2014/main" id="{85709779-0FC3-0822-8E95-CB567629FAA6}"/>
                </a:ext>
              </a:extLst>
            </p:cNvPr>
            <p:cNvCxnSpPr>
              <a:cxnSpLocks/>
              <a:stCxn id="88" idx="1"/>
              <a:endCxn id="78" idx="5"/>
            </p:cNvCxnSpPr>
            <p:nvPr/>
          </p:nvCxnSpPr>
          <p:spPr>
            <a:xfrm flipH="1" flipV="1">
              <a:off x="6432558" y="2023894"/>
              <a:ext cx="412780" cy="416912"/>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092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5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8595-73C0-3488-1281-3CD445A386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79D067-C6A8-6179-BBF4-6B7AB2785BB3}"/>
              </a:ext>
            </a:extLst>
          </p:cNvPr>
          <p:cNvSpPr>
            <a:spLocks noGrp="1"/>
          </p:cNvSpPr>
          <p:nvPr>
            <p:ph type="title"/>
          </p:nvPr>
        </p:nvSpPr>
        <p:spPr>
          <a:xfrm>
            <a:off x="421446" y="-18159"/>
            <a:ext cx="10515600" cy="1325563"/>
          </a:xfrm>
        </p:spPr>
        <p:txBody>
          <a:bodyPr>
            <a:normAutofit/>
          </a:bodyPr>
          <a:lstStyle/>
          <a:p>
            <a:r>
              <a:rPr lang="en-US" sz="3200" b="1" dirty="0">
                <a:solidFill>
                  <a:srgbClr val="1D609D"/>
                </a:solidFill>
                <a:latin typeface="Arial" panose="020B0604020202020204" pitchFamily="34" charset="0"/>
                <a:cs typeface="Arial" panose="020B0604020202020204" pitchFamily="34" charset="0"/>
              </a:rPr>
              <a:t>Collaborating using GitHub</a:t>
            </a:r>
          </a:p>
        </p:txBody>
      </p:sp>
      <p:sp>
        <p:nvSpPr>
          <p:cNvPr id="46" name="Oval 45">
            <a:extLst>
              <a:ext uri="{FF2B5EF4-FFF2-40B4-BE49-F238E27FC236}">
                <a16:creationId xmlns:a16="http://schemas.microsoft.com/office/drawing/2014/main" id="{1B975865-2459-9F2B-7924-E03B14220562}"/>
              </a:ext>
            </a:extLst>
          </p:cNvPr>
          <p:cNvSpPr>
            <a:spLocks noChangeAspect="1"/>
          </p:cNvSpPr>
          <p:nvPr/>
        </p:nvSpPr>
        <p:spPr>
          <a:xfrm>
            <a:off x="178324"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8" name="Oval 47">
            <a:extLst>
              <a:ext uri="{FF2B5EF4-FFF2-40B4-BE49-F238E27FC236}">
                <a16:creationId xmlns:a16="http://schemas.microsoft.com/office/drawing/2014/main" id="{3C824231-F32B-23AA-2C25-869999F172E0}"/>
              </a:ext>
            </a:extLst>
          </p:cNvPr>
          <p:cNvSpPr>
            <a:spLocks noChangeAspect="1"/>
          </p:cNvSpPr>
          <p:nvPr/>
        </p:nvSpPr>
        <p:spPr>
          <a:xfrm>
            <a:off x="823709"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9" name="Straight Connector 48">
            <a:extLst>
              <a:ext uri="{FF2B5EF4-FFF2-40B4-BE49-F238E27FC236}">
                <a16:creationId xmlns:a16="http://schemas.microsoft.com/office/drawing/2014/main" id="{ECD0CF42-8031-09CA-0D84-C176119C9322}"/>
              </a:ext>
            </a:extLst>
          </p:cNvPr>
          <p:cNvCxnSpPr>
            <a:cxnSpLocks/>
            <a:endCxn id="48" idx="2"/>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9A5A28EA-9451-E989-EAF8-382154A335BE}"/>
              </a:ext>
            </a:extLst>
          </p:cNvPr>
          <p:cNvSpPr>
            <a:spLocks noChangeAspect="1"/>
          </p:cNvSpPr>
          <p:nvPr/>
        </p:nvSpPr>
        <p:spPr>
          <a:xfrm>
            <a:off x="1431773"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1" name="Straight Connector 50">
            <a:extLst>
              <a:ext uri="{FF2B5EF4-FFF2-40B4-BE49-F238E27FC236}">
                <a16:creationId xmlns:a16="http://schemas.microsoft.com/office/drawing/2014/main" id="{DE77276D-D39E-CED2-1704-3DD4C097453A}"/>
              </a:ext>
            </a:extLst>
          </p:cNvPr>
          <p:cNvCxnSpPr>
            <a:cxnSpLocks/>
            <a:stCxn id="48" idx="7"/>
            <a:endCxn id="50" idx="3"/>
          </p:cNvCxnSpPr>
          <p:nvPr/>
        </p:nvCxnSpPr>
        <p:spPr>
          <a:xfrm flipV="1">
            <a:off x="1064547" y="4874542"/>
            <a:ext cx="408547" cy="37938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04137E94-E82E-5BE6-031A-7C9C786D0B67}"/>
              </a:ext>
            </a:extLst>
          </p:cNvPr>
          <p:cNvSpPr>
            <a:spLocks noChangeAspect="1"/>
          </p:cNvSpPr>
          <p:nvPr/>
        </p:nvSpPr>
        <p:spPr>
          <a:xfrm>
            <a:off x="2074774"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53" name="Straight Connector 52">
            <a:extLst>
              <a:ext uri="{FF2B5EF4-FFF2-40B4-BE49-F238E27FC236}">
                <a16:creationId xmlns:a16="http://schemas.microsoft.com/office/drawing/2014/main" id="{E3617004-1164-A1E5-2B51-A326EE40E42B}"/>
              </a:ext>
            </a:extLst>
          </p:cNvPr>
          <p:cNvCxnSpPr>
            <a:cxnSpLocks/>
            <a:stCxn id="50" idx="6"/>
            <a:endCxn id="52" idx="2"/>
          </p:cNvCxnSpPr>
          <p:nvPr/>
        </p:nvCxnSpPr>
        <p:spPr>
          <a:xfrm>
            <a:off x="1713932" y="4774783"/>
            <a:ext cx="360842" cy="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4" name="Down Arrow Callout 53">
            <a:extLst>
              <a:ext uri="{FF2B5EF4-FFF2-40B4-BE49-F238E27FC236}">
                <a16:creationId xmlns:a16="http://schemas.microsoft.com/office/drawing/2014/main" id="{99E0DEFF-C74D-164A-44EB-93C2A127EAE1}"/>
              </a:ext>
            </a:extLst>
          </p:cNvPr>
          <p:cNvSpPr/>
          <p:nvPr/>
        </p:nvSpPr>
        <p:spPr>
          <a:xfrm>
            <a:off x="1684456" y="4201071"/>
            <a:ext cx="1062795" cy="407673"/>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solidFill>
                  <a:schemeClr val="bg1"/>
                </a:solidFill>
              </a:rPr>
              <a:t>feature_1</a:t>
            </a:r>
            <a:endParaRPr lang="en-US" sz="1000" dirty="0">
              <a:solidFill>
                <a:schemeClr val="bg1"/>
              </a:solidFill>
            </a:endParaRPr>
          </a:p>
        </p:txBody>
      </p:sp>
      <p:sp>
        <p:nvSpPr>
          <p:cNvPr id="162" name="Rectangle 161">
            <a:extLst>
              <a:ext uri="{FF2B5EF4-FFF2-40B4-BE49-F238E27FC236}">
                <a16:creationId xmlns:a16="http://schemas.microsoft.com/office/drawing/2014/main" id="{C0DB5458-88F7-2F75-6B7D-3360E5C60F2A}"/>
              </a:ext>
            </a:extLst>
          </p:cNvPr>
          <p:cNvSpPr/>
          <p:nvPr/>
        </p:nvSpPr>
        <p:spPr>
          <a:xfrm>
            <a:off x="59308" y="4112698"/>
            <a:ext cx="4313090" cy="2687913"/>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a:extLst>
              <a:ext uri="{FF2B5EF4-FFF2-40B4-BE49-F238E27FC236}">
                <a16:creationId xmlns:a16="http://schemas.microsoft.com/office/drawing/2014/main" id="{2ED99189-4944-9A0E-FA5B-D54B14F6FC05}"/>
              </a:ext>
            </a:extLst>
          </p:cNvPr>
          <p:cNvSpPr/>
          <p:nvPr/>
        </p:nvSpPr>
        <p:spPr>
          <a:xfrm>
            <a:off x="7819605" y="4118692"/>
            <a:ext cx="4281094" cy="2681919"/>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0EBBA22-940D-345B-A809-DC3D6662F1AB}"/>
              </a:ext>
            </a:extLst>
          </p:cNvPr>
          <p:cNvSpPr txBox="1"/>
          <p:nvPr/>
        </p:nvSpPr>
        <p:spPr>
          <a:xfrm>
            <a:off x="5221910" y="829693"/>
            <a:ext cx="2106731" cy="369332"/>
          </a:xfrm>
          <a:prstGeom prst="rect">
            <a:avLst/>
          </a:prstGeom>
          <a:noFill/>
        </p:spPr>
        <p:txBody>
          <a:bodyPr wrap="none" rtlCol="0">
            <a:spAutoFit/>
          </a:bodyPr>
          <a:lstStyle/>
          <a:p>
            <a:r>
              <a:rPr lang="en-US" b="1" dirty="0"/>
              <a:t>GitHub remote repo</a:t>
            </a:r>
          </a:p>
        </p:txBody>
      </p:sp>
      <p:sp>
        <p:nvSpPr>
          <p:cNvPr id="8" name="TextBox 7">
            <a:extLst>
              <a:ext uri="{FF2B5EF4-FFF2-40B4-BE49-F238E27FC236}">
                <a16:creationId xmlns:a16="http://schemas.microsoft.com/office/drawing/2014/main" id="{650ADDA3-5F69-C87E-A03B-971C3985693E}"/>
              </a:ext>
            </a:extLst>
          </p:cNvPr>
          <p:cNvSpPr txBox="1"/>
          <p:nvPr/>
        </p:nvSpPr>
        <p:spPr>
          <a:xfrm>
            <a:off x="39149" y="3377584"/>
            <a:ext cx="2296526" cy="646331"/>
          </a:xfrm>
          <a:prstGeom prst="rect">
            <a:avLst/>
          </a:prstGeom>
          <a:noFill/>
        </p:spPr>
        <p:txBody>
          <a:bodyPr wrap="none" rtlCol="0">
            <a:spAutoFit/>
          </a:bodyPr>
          <a:lstStyle/>
          <a:p>
            <a:r>
              <a:rPr lang="en-US" b="1" dirty="0"/>
              <a:t>Kristina’s local copy of</a:t>
            </a:r>
          </a:p>
          <a:p>
            <a:r>
              <a:rPr lang="en-US" b="1" dirty="0"/>
              <a:t>the repo on the AP</a:t>
            </a:r>
          </a:p>
        </p:txBody>
      </p:sp>
      <p:sp>
        <p:nvSpPr>
          <p:cNvPr id="11" name="TextBox 10">
            <a:extLst>
              <a:ext uri="{FF2B5EF4-FFF2-40B4-BE49-F238E27FC236}">
                <a16:creationId xmlns:a16="http://schemas.microsoft.com/office/drawing/2014/main" id="{EDB2C397-CF56-1607-56F2-91CC4FDEF1D4}"/>
              </a:ext>
            </a:extLst>
          </p:cNvPr>
          <p:cNvSpPr txBox="1"/>
          <p:nvPr/>
        </p:nvSpPr>
        <p:spPr>
          <a:xfrm>
            <a:off x="10085413" y="3377583"/>
            <a:ext cx="1985480" cy="646331"/>
          </a:xfrm>
          <a:prstGeom prst="rect">
            <a:avLst/>
          </a:prstGeom>
          <a:noFill/>
        </p:spPr>
        <p:txBody>
          <a:bodyPr wrap="none" rtlCol="0">
            <a:spAutoFit/>
          </a:bodyPr>
          <a:lstStyle/>
          <a:p>
            <a:r>
              <a:rPr lang="en-US" b="1" dirty="0"/>
              <a:t>Ian’s local copy of</a:t>
            </a:r>
          </a:p>
          <a:p>
            <a:r>
              <a:rPr lang="en-US" b="1" dirty="0"/>
              <a:t>the repo on the AP</a:t>
            </a:r>
          </a:p>
        </p:txBody>
      </p:sp>
      <p:sp>
        <p:nvSpPr>
          <p:cNvPr id="56" name="Down Arrow Callout 55">
            <a:extLst>
              <a:ext uri="{FF2B5EF4-FFF2-40B4-BE49-F238E27FC236}">
                <a16:creationId xmlns:a16="http://schemas.microsoft.com/office/drawing/2014/main" id="{23B375C5-CA32-8E61-124C-B213E7C52BB8}"/>
              </a:ext>
            </a:extLst>
          </p:cNvPr>
          <p:cNvSpPr/>
          <p:nvPr/>
        </p:nvSpPr>
        <p:spPr>
          <a:xfrm>
            <a:off x="651571" y="478710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nvGrpSpPr>
          <p:cNvPr id="75" name="Group 74">
            <a:extLst>
              <a:ext uri="{FF2B5EF4-FFF2-40B4-BE49-F238E27FC236}">
                <a16:creationId xmlns:a16="http://schemas.microsoft.com/office/drawing/2014/main" id="{4058C2EB-367E-6316-98CB-2BA2CD4D2CC6}"/>
              </a:ext>
            </a:extLst>
          </p:cNvPr>
          <p:cNvGrpSpPr/>
          <p:nvPr/>
        </p:nvGrpSpPr>
        <p:grpSpPr>
          <a:xfrm>
            <a:off x="7894352" y="4918280"/>
            <a:ext cx="3939684" cy="1774177"/>
            <a:chOff x="7894352" y="4918280"/>
            <a:chExt cx="3939684" cy="1774177"/>
          </a:xfrm>
        </p:grpSpPr>
        <p:sp>
          <p:nvSpPr>
            <p:cNvPr id="30" name="Oval 29">
              <a:extLst>
                <a:ext uri="{FF2B5EF4-FFF2-40B4-BE49-F238E27FC236}">
                  <a16:creationId xmlns:a16="http://schemas.microsoft.com/office/drawing/2014/main" id="{4E4D2361-41C3-52FC-C8E4-5F091E6D543B}"/>
                </a:ext>
              </a:extLst>
            </p:cNvPr>
            <p:cNvSpPr>
              <a:spLocks noChangeAspect="1"/>
            </p:cNvSpPr>
            <p:nvPr/>
          </p:nvSpPr>
          <p:spPr>
            <a:xfrm flipV="1">
              <a:off x="8571020"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Oval 31">
              <a:extLst>
                <a:ext uri="{FF2B5EF4-FFF2-40B4-BE49-F238E27FC236}">
                  <a16:creationId xmlns:a16="http://schemas.microsoft.com/office/drawing/2014/main" id="{3FCDFE92-ECD1-60C4-4A39-7FAF60D35628}"/>
                </a:ext>
              </a:extLst>
            </p:cNvPr>
            <p:cNvSpPr>
              <a:spLocks noChangeAspect="1"/>
            </p:cNvSpPr>
            <p:nvPr/>
          </p:nvSpPr>
          <p:spPr>
            <a:xfrm flipV="1">
              <a:off x="9235828"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3" name="Straight Connector 32">
              <a:extLst>
                <a:ext uri="{FF2B5EF4-FFF2-40B4-BE49-F238E27FC236}">
                  <a16:creationId xmlns:a16="http://schemas.microsoft.com/office/drawing/2014/main" id="{90CFA204-8C62-1D49-3BE3-4600088773CA}"/>
                </a:ext>
              </a:extLst>
            </p:cNvPr>
            <p:cNvCxnSpPr>
              <a:cxnSpLocks/>
              <a:endCxn id="32" idx="2"/>
            </p:cNvCxnSpPr>
            <p:nvPr/>
          </p:nvCxnSpPr>
          <p:spPr>
            <a:xfrm flipV="1">
              <a:off x="8861671" y="5482534"/>
              <a:ext cx="374158"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3F5F2462-9E27-20DD-CE2B-8F630F5BF5E2}"/>
                </a:ext>
              </a:extLst>
            </p:cNvPr>
            <p:cNvSpPr>
              <a:spLocks noChangeAspect="1"/>
            </p:cNvSpPr>
            <p:nvPr/>
          </p:nvSpPr>
          <p:spPr>
            <a:xfrm flipV="1">
              <a:off x="9823582"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5" name="Straight Connector 34">
              <a:extLst>
                <a:ext uri="{FF2B5EF4-FFF2-40B4-BE49-F238E27FC236}">
                  <a16:creationId xmlns:a16="http://schemas.microsoft.com/office/drawing/2014/main" id="{98867124-70B0-0E13-B52D-D654129A1842}"/>
                </a:ext>
              </a:extLst>
            </p:cNvPr>
            <p:cNvCxnSpPr>
              <a:cxnSpLocks/>
              <a:stCxn id="32" idx="7"/>
              <a:endCxn id="34" idx="3"/>
            </p:cNvCxnSpPr>
            <p:nvPr/>
          </p:nvCxnSpPr>
          <p:spPr>
            <a:xfrm>
              <a:off x="9483914" y="5585294"/>
              <a:ext cx="382233" cy="379997"/>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B6995899-1A75-5C6B-D5B1-3DCC2039194F}"/>
                </a:ext>
              </a:extLst>
            </p:cNvPr>
            <p:cNvSpPr>
              <a:spLocks noChangeAspect="1"/>
            </p:cNvSpPr>
            <p:nvPr/>
          </p:nvSpPr>
          <p:spPr>
            <a:xfrm flipV="1">
              <a:off x="10485935"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7" name="Straight Connector 36">
              <a:extLst>
                <a:ext uri="{FF2B5EF4-FFF2-40B4-BE49-F238E27FC236}">
                  <a16:creationId xmlns:a16="http://schemas.microsoft.com/office/drawing/2014/main" id="{3D7E0AF9-E5AC-F572-1C4D-147CBE34F4B5}"/>
                </a:ext>
              </a:extLst>
            </p:cNvPr>
            <p:cNvCxnSpPr>
              <a:cxnSpLocks/>
              <a:stCxn id="34" idx="6"/>
              <a:endCxn id="36" idx="2"/>
            </p:cNvCxnSpPr>
            <p:nvPr/>
          </p:nvCxnSpPr>
          <p:spPr>
            <a:xfrm flipV="1">
              <a:off x="10114232"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E0602650-21D9-32AE-6D60-11BD5EF884AE}"/>
                </a:ext>
              </a:extLst>
            </p:cNvPr>
            <p:cNvSpPr>
              <a:spLocks noChangeAspect="1"/>
            </p:cNvSpPr>
            <p:nvPr/>
          </p:nvSpPr>
          <p:spPr>
            <a:xfrm flipV="1">
              <a:off x="11148287"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40" name="Straight Connector 39">
              <a:extLst>
                <a:ext uri="{FF2B5EF4-FFF2-40B4-BE49-F238E27FC236}">
                  <a16:creationId xmlns:a16="http://schemas.microsoft.com/office/drawing/2014/main" id="{E15AB21A-EAF1-3103-0290-FCEC4B1AF180}"/>
                </a:ext>
              </a:extLst>
            </p:cNvPr>
            <p:cNvCxnSpPr>
              <a:cxnSpLocks/>
              <a:stCxn id="36" idx="6"/>
              <a:endCxn id="39" idx="2"/>
            </p:cNvCxnSpPr>
            <p:nvPr/>
          </p:nvCxnSpPr>
          <p:spPr>
            <a:xfrm flipV="1">
              <a:off x="10776585"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800F1DA7-5024-2EC1-F531-770A152D2755}"/>
                </a:ext>
              </a:extLst>
            </p:cNvPr>
            <p:cNvSpPr>
              <a:spLocks noChangeAspect="1"/>
            </p:cNvSpPr>
            <p:nvPr/>
          </p:nvSpPr>
          <p:spPr>
            <a:xfrm flipV="1">
              <a:off x="7894352" y="5337207"/>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 name="Straight Connector 6">
              <a:extLst>
                <a:ext uri="{FF2B5EF4-FFF2-40B4-BE49-F238E27FC236}">
                  <a16:creationId xmlns:a16="http://schemas.microsoft.com/office/drawing/2014/main" id="{64282381-1FA3-45AD-7F10-C2C60B0A93CA}"/>
                </a:ext>
              </a:extLst>
            </p:cNvPr>
            <p:cNvCxnSpPr>
              <a:cxnSpLocks/>
              <a:stCxn id="5" idx="6"/>
              <a:endCxn id="30" idx="2"/>
            </p:cNvCxnSpPr>
            <p:nvPr/>
          </p:nvCxnSpPr>
          <p:spPr>
            <a:xfrm flipV="1">
              <a:off x="8185003" y="5482532"/>
              <a:ext cx="38601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2" name="Up Arrow Callout 61">
              <a:extLst>
                <a:ext uri="{FF2B5EF4-FFF2-40B4-BE49-F238E27FC236}">
                  <a16:creationId xmlns:a16="http://schemas.microsoft.com/office/drawing/2014/main" id="{A1D49386-69AB-D930-7F16-704B0E9B44B8}"/>
                </a:ext>
              </a:extLst>
            </p:cNvPr>
            <p:cNvSpPr/>
            <p:nvPr/>
          </p:nvSpPr>
          <p:spPr>
            <a:xfrm>
              <a:off x="10776585" y="6254458"/>
              <a:ext cx="1057451" cy="437999"/>
            </a:xfrm>
            <a:prstGeom prst="upArrow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solidFill>
                    <a:schemeClr val="bg1"/>
                  </a:solidFill>
                </a:rPr>
                <a:t>feature_2</a:t>
              </a:r>
            </a:p>
          </p:txBody>
        </p:sp>
        <p:sp>
          <p:nvSpPr>
            <p:cNvPr id="93" name="Down Arrow Callout 92">
              <a:extLst>
                <a:ext uri="{FF2B5EF4-FFF2-40B4-BE49-F238E27FC236}">
                  <a16:creationId xmlns:a16="http://schemas.microsoft.com/office/drawing/2014/main" id="{9C5B6BD0-2636-2C3E-6CBB-204F37164216}"/>
                </a:ext>
              </a:extLst>
            </p:cNvPr>
            <p:cNvSpPr/>
            <p:nvPr/>
          </p:nvSpPr>
          <p:spPr>
            <a:xfrm>
              <a:off x="9068118" y="4918280"/>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sp>
        <p:nvSpPr>
          <p:cNvPr id="65" name="Rectangle 64">
            <a:extLst>
              <a:ext uri="{FF2B5EF4-FFF2-40B4-BE49-F238E27FC236}">
                <a16:creationId xmlns:a16="http://schemas.microsoft.com/office/drawing/2014/main" id="{2D8CC610-5F07-302A-9E70-0A85D0BCDEBA}"/>
              </a:ext>
            </a:extLst>
          </p:cNvPr>
          <p:cNvSpPr/>
          <p:nvPr/>
        </p:nvSpPr>
        <p:spPr>
          <a:xfrm>
            <a:off x="4125058" y="1244692"/>
            <a:ext cx="4300436" cy="273694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a:extLst>
              <a:ext uri="{FF2B5EF4-FFF2-40B4-BE49-F238E27FC236}">
                <a16:creationId xmlns:a16="http://schemas.microsoft.com/office/drawing/2014/main" id="{BB784EF2-C17E-4155-B651-2F7F87A6A136}"/>
              </a:ext>
            </a:extLst>
          </p:cNvPr>
          <p:cNvGrpSpPr/>
          <p:nvPr/>
        </p:nvGrpSpPr>
        <p:grpSpPr>
          <a:xfrm>
            <a:off x="4219178" y="1770013"/>
            <a:ext cx="4190813" cy="1608722"/>
            <a:chOff x="4219178" y="1770013"/>
            <a:chExt cx="4190813" cy="1608722"/>
          </a:xfrm>
        </p:grpSpPr>
        <p:sp>
          <p:nvSpPr>
            <p:cNvPr id="42" name="Oval 41">
              <a:extLst>
                <a:ext uri="{FF2B5EF4-FFF2-40B4-BE49-F238E27FC236}">
                  <a16:creationId xmlns:a16="http://schemas.microsoft.com/office/drawing/2014/main" id="{4E5D2E06-27F0-400D-5B9D-C63E8DF47EEB}"/>
                </a:ext>
              </a:extLst>
            </p:cNvPr>
            <p:cNvSpPr>
              <a:spLocks noChangeAspect="1"/>
            </p:cNvSpPr>
            <p:nvPr/>
          </p:nvSpPr>
          <p:spPr>
            <a:xfrm>
              <a:off x="6801779" y="2397247"/>
              <a:ext cx="297439" cy="29744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1" name="Oval 60">
              <a:extLst>
                <a:ext uri="{FF2B5EF4-FFF2-40B4-BE49-F238E27FC236}">
                  <a16:creationId xmlns:a16="http://schemas.microsoft.com/office/drawing/2014/main" id="{A444F097-9E1E-649D-982C-B3841A962726}"/>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3" name="Oval 62">
              <a:extLst>
                <a:ext uri="{FF2B5EF4-FFF2-40B4-BE49-F238E27FC236}">
                  <a16:creationId xmlns:a16="http://schemas.microsoft.com/office/drawing/2014/main" id="{334D3948-CD65-0085-9058-28215CAF4402}"/>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64" name="Straight Connector 63">
              <a:extLst>
                <a:ext uri="{FF2B5EF4-FFF2-40B4-BE49-F238E27FC236}">
                  <a16:creationId xmlns:a16="http://schemas.microsoft.com/office/drawing/2014/main" id="{1E79D7EA-26FC-CDD2-AC45-CAF772A6C53E}"/>
                </a:ext>
              </a:extLst>
            </p:cNvPr>
            <p:cNvCxnSpPr>
              <a:cxnSpLocks/>
              <a:endCxn id="63"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6" name="Oval 65">
              <a:extLst>
                <a:ext uri="{FF2B5EF4-FFF2-40B4-BE49-F238E27FC236}">
                  <a16:creationId xmlns:a16="http://schemas.microsoft.com/office/drawing/2014/main" id="{C9B6B5DB-8D67-DD94-B2AE-6C2C6CF1FBF2}"/>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74" name="Straight Connector 73">
              <a:extLst>
                <a:ext uri="{FF2B5EF4-FFF2-40B4-BE49-F238E27FC236}">
                  <a16:creationId xmlns:a16="http://schemas.microsoft.com/office/drawing/2014/main" id="{18B55CB9-756C-1EF8-CCE8-7388003CDE9D}"/>
                </a:ext>
              </a:extLst>
            </p:cNvPr>
            <p:cNvCxnSpPr>
              <a:cxnSpLocks/>
              <a:stCxn id="63" idx="7"/>
              <a:endCxn id="66"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76" name="Oval 75">
              <a:extLst>
                <a:ext uri="{FF2B5EF4-FFF2-40B4-BE49-F238E27FC236}">
                  <a16:creationId xmlns:a16="http://schemas.microsoft.com/office/drawing/2014/main" id="{9897B46A-D6A7-4A3E-EA77-E92D64BF0AAA}"/>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7" name="Straight Connector 76">
              <a:extLst>
                <a:ext uri="{FF2B5EF4-FFF2-40B4-BE49-F238E27FC236}">
                  <a16:creationId xmlns:a16="http://schemas.microsoft.com/office/drawing/2014/main" id="{EFCE8CF5-8985-EF65-0032-62E3024645F0}"/>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00D7EB58-50C9-23AC-CFF3-FAE86FB4AEB7}"/>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79" name="Straight Connector 78">
              <a:extLst>
                <a:ext uri="{FF2B5EF4-FFF2-40B4-BE49-F238E27FC236}">
                  <a16:creationId xmlns:a16="http://schemas.microsoft.com/office/drawing/2014/main" id="{DD72CFE6-CC73-37FF-DE8E-94E1BD790329}"/>
                </a:ext>
              </a:extLst>
            </p:cNvPr>
            <p:cNvCxnSpPr>
              <a:cxnSpLocks/>
              <a:stCxn id="66" idx="6"/>
              <a:endCxn id="78"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80" name="Oval 79">
              <a:extLst>
                <a:ext uri="{FF2B5EF4-FFF2-40B4-BE49-F238E27FC236}">
                  <a16:creationId xmlns:a16="http://schemas.microsoft.com/office/drawing/2014/main" id="{B9D5554F-349F-92C1-1F86-933FEFE3150A}"/>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1" name="Straight Connector 80">
              <a:extLst>
                <a:ext uri="{FF2B5EF4-FFF2-40B4-BE49-F238E27FC236}">
                  <a16:creationId xmlns:a16="http://schemas.microsoft.com/office/drawing/2014/main" id="{6AB927FB-6DCE-099D-DD71-851073172D4A}"/>
                </a:ext>
              </a:extLst>
            </p:cNvPr>
            <p:cNvCxnSpPr>
              <a:cxnSpLocks/>
              <a:stCxn id="76" idx="5"/>
              <a:endCxn id="80"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2" name="Oval 81">
              <a:extLst>
                <a:ext uri="{FF2B5EF4-FFF2-40B4-BE49-F238E27FC236}">
                  <a16:creationId xmlns:a16="http://schemas.microsoft.com/office/drawing/2014/main" id="{8F9577AA-3DD1-F951-0F37-7345F3D8E439}"/>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3" name="Straight Connector 82">
              <a:extLst>
                <a:ext uri="{FF2B5EF4-FFF2-40B4-BE49-F238E27FC236}">
                  <a16:creationId xmlns:a16="http://schemas.microsoft.com/office/drawing/2014/main" id="{4DF702D7-6D4C-855E-7C61-8A051B2459A1}"/>
                </a:ext>
              </a:extLst>
            </p:cNvPr>
            <p:cNvCxnSpPr>
              <a:cxnSpLocks/>
              <a:stCxn id="80" idx="6"/>
              <a:endCxn id="82"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67D842DE-4442-A6D5-D5C5-4D5A3F2EEC7A}"/>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85" name="Straight Connector 84">
              <a:extLst>
                <a:ext uri="{FF2B5EF4-FFF2-40B4-BE49-F238E27FC236}">
                  <a16:creationId xmlns:a16="http://schemas.microsoft.com/office/drawing/2014/main" id="{592AB50A-E0A2-2560-9BFC-8A186B2314C6}"/>
                </a:ext>
              </a:extLst>
            </p:cNvPr>
            <p:cNvCxnSpPr>
              <a:cxnSpLocks/>
              <a:stCxn id="82" idx="6"/>
              <a:endCxn id="84"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1AAAF51-4F2E-3539-20FA-3D80111B01C4}"/>
                </a:ext>
              </a:extLst>
            </p:cNvPr>
            <p:cNvCxnSpPr>
              <a:cxnSpLocks/>
            </p:cNvCxnSpPr>
            <p:nvPr/>
          </p:nvCxnSpPr>
          <p:spPr>
            <a:xfrm flipV="1">
              <a:off x="5882040" y="2543598"/>
              <a:ext cx="918520" cy="236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499CE326-DB86-116B-BC33-4E2D43AFF4F1}"/>
                </a:ext>
              </a:extLst>
            </p:cNvPr>
            <p:cNvCxnSpPr>
              <a:cxnSpLocks/>
              <a:endCxn id="78" idx="5"/>
            </p:cNvCxnSpPr>
            <p:nvPr/>
          </p:nvCxnSpPr>
          <p:spPr>
            <a:xfrm flipH="1" flipV="1">
              <a:off x="6432558" y="2023894"/>
              <a:ext cx="411561" cy="414543"/>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90" name="Down Arrow Callout 2">
              <a:extLst>
                <a:ext uri="{FF2B5EF4-FFF2-40B4-BE49-F238E27FC236}">
                  <a16:creationId xmlns:a16="http://schemas.microsoft.com/office/drawing/2014/main" id="{34805CE1-2E2B-A515-F711-DFB35F03DFC8}"/>
                </a:ext>
              </a:extLst>
            </p:cNvPr>
            <p:cNvSpPr/>
            <p:nvPr/>
          </p:nvSpPr>
          <p:spPr>
            <a:xfrm>
              <a:off x="7783921" y="197383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3" name="Oval 2">
              <a:extLst>
                <a:ext uri="{FF2B5EF4-FFF2-40B4-BE49-F238E27FC236}">
                  <a16:creationId xmlns:a16="http://schemas.microsoft.com/office/drawing/2014/main" id="{25F1C063-C741-92EB-2791-74A745EB2485}"/>
                </a:ext>
              </a:extLst>
            </p:cNvPr>
            <p:cNvSpPr>
              <a:spLocks noChangeAspect="1"/>
            </p:cNvSpPr>
            <p:nvPr/>
          </p:nvSpPr>
          <p:spPr>
            <a:xfrm>
              <a:off x="7948948" y="2397098"/>
              <a:ext cx="297439" cy="297440"/>
            </a:xfrm>
            <a:prstGeom prst="ellipse">
              <a:avLst/>
            </a:prstGeom>
            <a:gradFill>
              <a:gsLst>
                <a:gs pos="21000">
                  <a:schemeClr val="accent6"/>
                </a:gs>
                <a:gs pos="53000">
                  <a:schemeClr val="accent4"/>
                </a:gs>
                <a:gs pos="85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6" name="Straight Connector 5">
              <a:extLst>
                <a:ext uri="{FF2B5EF4-FFF2-40B4-BE49-F238E27FC236}">
                  <a16:creationId xmlns:a16="http://schemas.microsoft.com/office/drawing/2014/main" id="{F0D00EE9-BFBC-C1E1-4B5B-4EF9DF34E749}"/>
                </a:ext>
              </a:extLst>
            </p:cNvPr>
            <p:cNvCxnSpPr>
              <a:cxnSpLocks/>
              <a:endCxn id="3" idx="2"/>
            </p:cNvCxnSpPr>
            <p:nvPr/>
          </p:nvCxnSpPr>
          <p:spPr>
            <a:xfrm>
              <a:off x="7097999" y="2543598"/>
              <a:ext cx="850949" cy="222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B23103C-1C1A-21DF-2C76-0E20C35E47DC}"/>
                </a:ext>
              </a:extLst>
            </p:cNvPr>
            <p:cNvCxnSpPr>
              <a:cxnSpLocks/>
              <a:stCxn id="3" idx="3"/>
              <a:endCxn id="84" idx="5"/>
            </p:cNvCxnSpPr>
            <p:nvPr/>
          </p:nvCxnSpPr>
          <p:spPr>
            <a:xfrm flipH="1">
              <a:off x="7671770" y="2650979"/>
              <a:ext cx="320737" cy="47967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0" name="Explosion 1 9">
            <a:extLst>
              <a:ext uri="{FF2B5EF4-FFF2-40B4-BE49-F238E27FC236}">
                <a16:creationId xmlns:a16="http://schemas.microsoft.com/office/drawing/2014/main" id="{A8E90228-5016-23A6-1901-1AFA43682046}"/>
              </a:ext>
            </a:extLst>
          </p:cNvPr>
          <p:cNvSpPr/>
          <p:nvPr/>
        </p:nvSpPr>
        <p:spPr>
          <a:xfrm>
            <a:off x="8479112" y="2670504"/>
            <a:ext cx="1574807" cy="730626"/>
          </a:xfrm>
          <a:prstGeom prst="irregularSeal1">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t>Merge</a:t>
            </a:r>
          </a:p>
        </p:txBody>
      </p:sp>
    </p:spTree>
    <p:extLst>
      <p:ext uri="{BB962C8B-B14F-4D97-AF65-F5344CB8AC3E}">
        <p14:creationId xmlns:p14="http://schemas.microsoft.com/office/powerpoint/2010/main" val="3005057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253083E2-7866-0925-09AC-1F74888FEF21}"/>
              </a:ext>
            </a:extLst>
          </p:cNvPr>
          <p:cNvGrpSpPr/>
          <p:nvPr/>
        </p:nvGrpSpPr>
        <p:grpSpPr>
          <a:xfrm>
            <a:off x="151216" y="4585119"/>
            <a:ext cx="4182105" cy="1608722"/>
            <a:chOff x="151216" y="4585119"/>
            <a:chExt cx="4182105" cy="1608722"/>
          </a:xfrm>
        </p:grpSpPr>
        <p:grpSp>
          <p:nvGrpSpPr>
            <p:cNvPr id="132" name="Group 131">
              <a:extLst>
                <a:ext uri="{FF2B5EF4-FFF2-40B4-BE49-F238E27FC236}">
                  <a16:creationId xmlns:a16="http://schemas.microsoft.com/office/drawing/2014/main" id="{D501DA4F-B5A3-3A23-F472-256F4CD80983}"/>
                </a:ext>
              </a:extLst>
            </p:cNvPr>
            <p:cNvGrpSpPr/>
            <p:nvPr/>
          </p:nvGrpSpPr>
          <p:grpSpPr>
            <a:xfrm>
              <a:off x="460483" y="4787102"/>
              <a:ext cx="3872838" cy="566585"/>
              <a:chOff x="460483" y="4787102"/>
              <a:chExt cx="3872838" cy="566585"/>
            </a:xfrm>
          </p:grpSpPr>
          <p:cxnSp>
            <p:nvCxnSpPr>
              <p:cNvPr id="49" name="Straight Connector 48">
                <a:extLst>
                  <a:ext uri="{FF2B5EF4-FFF2-40B4-BE49-F238E27FC236}">
                    <a16:creationId xmlns:a16="http://schemas.microsoft.com/office/drawing/2014/main" id="{2E2CABF5-B0FF-A720-A0F7-B70791A77D7D}"/>
                  </a:ext>
                </a:extLst>
              </p:cNvPr>
              <p:cNvCxnSpPr>
                <a:cxnSpLocks/>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6" name="Down Arrow Callout 55">
                <a:extLst>
                  <a:ext uri="{FF2B5EF4-FFF2-40B4-BE49-F238E27FC236}">
                    <a16:creationId xmlns:a16="http://schemas.microsoft.com/office/drawing/2014/main" id="{26BE9F3A-725A-31FD-4A86-B38E2A684BF5}"/>
                  </a:ext>
                </a:extLst>
              </p:cNvPr>
              <p:cNvSpPr/>
              <p:nvPr/>
            </p:nvSpPr>
            <p:spPr>
              <a:xfrm>
                <a:off x="3706921" y="4787102"/>
                <a:ext cx="62640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grpSp>
          <p:nvGrpSpPr>
            <p:cNvPr id="37" name="Group 36">
              <a:extLst>
                <a:ext uri="{FF2B5EF4-FFF2-40B4-BE49-F238E27FC236}">
                  <a16:creationId xmlns:a16="http://schemas.microsoft.com/office/drawing/2014/main" id="{F0A088E6-1D56-2327-1550-54C3F085A42F}"/>
                </a:ext>
              </a:extLst>
            </p:cNvPr>
            <p:cNvGrpSpPr/>
            <p:nvPr/>
          </p:nvGrpSpPr>
          <p:grpSpPr>
            <a:xfrm>
              <a:off x="151216" y="4585119"/>
              <a:ext cx="4027209" cy="1608722"/>
              <a:chOff x="4219178" y="1770013"/>
              <a:chExt cx="4027209" cy="1608722"/>
            </a:xfrm>
          </p:grpSpPr>
          <p:sp>
            <p:nvSpPr>
              <p:cNvPr id="5" name="Oval 4">
                <a:extLst>
                  <a:ext uri="{FF2B5EF4-FFF2-40B4-BE49-F238E27FC236}">
                    <a16:creationId xmlns:a16="http://schemas.microsoft.com/office/drawing/2014/main" id="{CC1405C6-A5CF-8617-D74D-96955ECB7063}"/>
                  </a:ext>
                </a:extLst>
              </p:cNvPr>
              <p:cNvSpPr>
                <a:spLocks noChangeAspect="1"/>
              </p:cNvSpPr>
              <p:nvPr/>
            </p:nvSpPr>
            <p:spPr>
              <a:xfrm>
                <a:off x="6801779" y="2397247"/>
                <a:ext cx="297439" cy="29744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6" name="Oval 5">
                <a:extLst>
                  <a:ext uri="{FF2B5EF4-FFF2-40B4-BE49-F238E27FC236}">
                    <a16:creationId xmlns:a16="http://schemas.microsoft.com/office/drawing/2014/main" id="{6622D4C6-9E58-AF49-F0D7-45DB2F8D88CC}"/>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7" name="Oval 6">
                <a:extLst>
                  <a:ext uri="{FF2B5EF4-FFF2-40B4-BE49-F238E27FC236}">
                    <a16:creationId xmlns:a16="http://schemas.microsoft.com/office/drawing/2014/main" id="{D21FD248-2575-B475-20EF-450C863EDADC}"/>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3" name="Straight Connector 12">
                <a:extLst>
                  <a:ext uri="{FF2B5EF4-FFF2-40B4-BE49-F238E27FC236}">
                    <a16:creationId xmlns:a16="http://schemas.microsoft.com/office/drawing/2014/main" id="{DD397D7E-BC27-8653-5C9C-93D78310551B}"/>
                  </a:ext>
                </a:extLst>
              </p:cNvPr>
              <p:cNvCxnSpPr>
                <a:cxnSpLocks/>
                <a:stCxn id="6" idx="6"/>
                <a:endCxn id="7"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E34F9BB6-7908-42A0-BDF5-9DD0A6F7127C}"/>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dirty="0"/>
              </a:p>
            </p:txBody>
          </p:sp>
          <p:cxnSp>
            <p:nvCxnSpPr>
              <p:cNvPr id="15" name="Straight Connector 14">
                <a:extLst>
                  <a:ext uri="{FF2B5EF4-FFF2-40B4-BE49-F238E27FC236}">
                    <a16:creationId xmlns:a16="http://schemas.microsoft.com/office/drawing/2014/main" id="{689F3636-E6D7-2017-6B8A-FC21627C2972}"/>
                  </a:ext>
                </a:extLst>
              </p:cNvPr>
              <p:cNvCxnSpPr>
                <a:cxnSpLocks/>
                <a:stCxn id="7" idx="7"/>
                <a:endCxn id="14"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534AF759-CCB8-01DC-F40B-D2FC7E2C6000}"/>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9" name="Straight Connector 18">
                <a:extLst>
                  <a:ext uri="{FF2B5EF4-FFF2-40B4-BE49-F238E27FC236}">
                    <a16:creationId xmlns:a16="http://schemas.microsoft.com/office/drawing/2014/main" id="{81713AB4-F596-C5D1-F22E-81A1CFB50E51}"/>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0C01ADF0-5B15-963F-F12A-28CACD65E330}"/>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21" name="Straight Connector 20">
                <a:extLst>
                  <a:ext uri="{FF2B5EF4-FFF2-40B4-BE49-F238E27FC236}">
                    <a16:creationId xmlns:a16="http://schemas.microsoft.com/office/drawing/2014/main" id="{E3D8EF7B-27F3-6F9D-BDE9-0604A56A4799}"/>
                  </a:ext>
                </a:extLst>
              </p:cNvPr>
              <p:cNvCxnSpPr>
                <a:cxnSpLocks/>
                <a:stCxn id="14" idx="6"/>
                <a:endCxn id="20"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902A0A06-5F28-BC5B-1D73-2C29EC70BC2F}"/>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23" name="Straight Connector 22">
                <a:extLst>
                  <a:ext uri="{FF2B5EF4-FFF2-40B4-BE49-F238E27FC236}">
                    <a16:creationId xmlns:a16="http://schemas.microsoft.com/office/drawing/2014/main" id="{7DDC937A-11A5-B04F-DC8F-FB666A2986BC}"/>
                  </a:ext>
                </a:extLst>
              </p:cNvPr>
              <p:cNvCxnSpPr>
                <a:cxnSpLocks/>
                <a:stCxn id="18" idx="5"/>
                <a:endCxn id="22"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81A27BF-7FBF-8BC9-0924-E7CD65FFA1C1}"/>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27" name="Straight Connector 26">
                <a:extLst>
                  <a:ext uri="{FF2B5EF4-FFF2-40B4-BE49-F238E27FC236}">
                    <a16:creationId xmlns:a16="http://schemas.microsoft.com/office/drawing/2014/main" id="{43A4C1F4-5E08-9AC3-5D4C-2406417D6841}"/>
                  </a:ext>
                </a:extLst>
              </p:cNvPr>
              <p:cNvCxnSpPr>
                <a:cxnSpLocks/>
                <a:stCxn id="22" idx="6"/>
                <a:endCxn id="25"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84BCFE09-9B10-E390-DFFA-C4FA60D1CACA}"/>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30" name="Straight Connector 29">
                <a:extLst>
                  <a:ext uri="{FF2B5EF4-FFF2-40B4-BE49-F238E27FC236}">
                    <a16:creationId xmlns:a16="http://schemas.microsoft.com/office/drawing/2014/main" id="{A8E986A3-CF72-AF89-FFF7-4686227D0E2A}"/>
                  </a:ext>
                </a:extLst>
              </p:cNvPr>
              <p:cNvCxnSpPr>
                <a:cxnSpLocks/>
                <a:stCxn id="25" idx="6"/>
                <a:endCxn id="28"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5DF2584-913C-B0FF-80A1-A2B4B89D1A32}"/>
                  </a:ext>
                </a:extLst>
              </p:cNvPr>
              <p:cNvCxnSpPr>
                <a:cxnSpLocks/>
              </p:cNvCxnSpPr>
              <p:nvPr/>
            </p:nvCxnSpPr>
            <p:spPr>
              <a:xfrm flipV="1">
                <a:off x="5882040" y="2543598"/>
                <a:ext cx="918520" cy="236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406DC4E-888B-8658-410E-D4A9B27A83C2}"/>
                  </a:ext>
                </a:extLst>
              </p:cNvPr>
              <p:cNvCxnSpPr>
                <a:cxnSpLocks/>
                <a:endCxn id="20" idx="5"/>
              </p:cNvCxnSpPr>
              <p:nvPr/>
            </p:nvCxnSpPr>
            <p:spPr>
              <a:xfrm flipH="1" flipV="1">
                <a:off x="6432558" y="2023894"/>
                <a:ext cx="411561" cy="414543"/>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BB988091-9DEA-8A9D-BFBD-0507DCBEADF9}"/>
                  </a:ext>
                </a:extLst>
              </p:cNvPr>
              <p:cNvSpPr>
                <a:spLocks noChangeAspect="1"/>
              </p:cNvSpPr>
              <p:nvPr/>
            </p:nvSpPr>
            <p:spPr>
              <a:xfrm>
                <a:off x="7948948" y="2397098"/>
                <a:ext cx="297439" cy="297440"/>
              </a:xfrm>
              <a:prstGeom prst="ellipse">
                <a:avLst/>
              </a:prstGeom>
              <a:gradFill>
                <a:gsLst>
                  <a:gs pos="21000">
                    <a:schemeClr val="accent6"/>
                  </a:gs>
                  <a:gs pos="53000">
                    <a:schemeClr val="accent4"/>
                  </a:gs>
                  <a:gs pos="85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5" name="Straight Connector 34">
                <a:extLst>
                  <a:ext uri="{FF2B5EF4-FFF2-40B4-BE49-F238E27FC236}">
                    <a16:creationId xmlns:a16="http://schemas.microsoft.com/office/drawing/2014/main" id="{7C73F03E-20A1-3908-A426-986CA6D2CB57}"/>
                  </a:ext>
                </a:extLst>
              </p:cNvPr>
              <p:cNvCxnSpPr>
                <a:cxnSpLocks/>
                <a:endCxn id="34" idx="2"/>
              </p:cNvCxnSpPr>
              <p:nvPr/>
            </p:nvCxnSpPr>
            <p:spPr>
              <a:xfrm>
                <a:off x="7097999" y="2543598"/>
                <a:ext cx="850949" cy="222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FA5B932-B7F5-69CC-5214-99A436EB59BC}"/>
                  </a:ext>
                </a:extLst>
              </p:cNvPr>
              <p:cNvCxnSpPr>
                <a:cxnSpLocks/>
                <a:stCxn id="34" idx="3"/>
                <a:endCxn id="28" idx="5"/>
              </p:cNvCxnSpPr>
              <p:nvPr/>
            </p:nvCxnSpPr>
            <p:spPr>
              <a:xfrm flipH="1">
                <a:off x="7671770" y="2650979"/>
                <a:ext cx="320737" cy="47967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162" name="Rectangle 161">
            <a:extLst>
              <a:ext uri="{FF2B5EF4-FFF2-40B4-BE49-F238E27FC236}">
                <a16:creationId xmlns:a16="http://schemas.microsoft.com/office/drawing/2014/main" id="{F827FDA4-E841-522C-FF91-B713E186B996}"/>
              </a:ext>
            </a:extLst>
          </p:cNvPr>
          <p:cNvSpPr/>
          <p:nvPr/>
        </p:nvSpPr>
        <p:spPr>
          <a:xfrm>
            <a:off x="59308" y="4112698"/>
            <a:ext cx="4313090" cy="2687913"/>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FF542283-A89B-C8C0-A416-3C3F11DBC124}"/>
              </a:ext>
            </a:extLst>
          </p:cNvPr>
          <p:cNvSpPr/>
          <p:nvPr/>
        </p:nvSpPr>
        <p:spPr>
          <a:xfrm>
            <a:off x="4125058" y="1244692"/>
            <a:ext cx="4300436" cy="273694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7BD0F0-3AD9-5D91-B08E-EA206E468A26}"/>
              </a:ext>
            </a:extLst>
          </p:cNvPr>
          <p:cNvSpPr>
            <a:spLocks noGrp="1"/>
          </p:cNvSpPr>
          <p:nvPr>
            <p:ph type="title"/>
          </p:nvPr>
        </p:nvSpPr>
        <p:spPr>
          <a:xfrm>
            <a:off x="421446" y="-18159"/>
            <a:ext cx="10515600" cy="1325563"/>
          </a:xfrm>
        </p:spPr>
        <p:txBody>
          <a:bodyPr>
            <a:normAutofit/>
          </a:bodyPr>
          <a:lstStyle/>
          <a:p>
            <a:r>
              <a:rPr lang="en-US" sz="3200" b="1" dirty="0">
                <a:solidFill>
                  <a:srgbClr val="1D609D"/>
                </a:solidFill>
                <a:latin typeface="Arial" panose="020B0604020202020204" pitchFamily="34" charset="0"/>
                <a:cs typeface="Arial" panose="020B0604020202020204" pitchFamily="34" charset="0"/>
              </a:rPr>
              <a:t>Collaborating using GitHub</a:t>
            </a:r>
          </a:p>
        </p:txBody>
      </p:sp>
      <p:sp>
        <p:nvSpPr>
          <p:cNvPr id="163" name="Rectangle 162">
            <a:extLst>
              <a:ext uri="{FF2B5EF4-FFF2-40B4-BE49-F238E27FC236}">
                <a16:creationId xmlns:a16="http://schemas.microsoft.com/office/drawing/2014/main" id="{A0EE3EBE-5124-2280-019D-1F1D7E9101EF}"/>
              </a:ext>
            </a:extLst>
          </p:cNvPr>
          <p:cNvSpPr/>
          <p:nvPr/>
        </p:nvSpPr>
        <p:spPr>
          <a:xfrm>
            <a:off x="7819605" y="4118692"/>
            <a:ext cx="4281094" cy="2681919"/>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21B6FF4-EAC7-CEB8-AF35-2B5563426FCB}"/>
              </a:ext>
            </a:extLst>
          </p:cNvPr>
          <p:cNvSpPr txBox="1"/>
          <p:nvPr/>
        </p:nvSpPr>
        <p:spPr>
          <a:xfrm>
            <a:off x="5221910" y="829693"/>
            <a:ext cx="2106731" cy="369332"/>
          </a:xfrm>
          <a:prstGeom prst="rect">
            <a:avLst/>
          </a:prstGeom>
          <a:noFill/>
        </p:spPr>
        <p:txBody>
          <a:bodyPr wrap="none" rtlCol="0">
            <a:spAutoFit/>
          </a:bodyPr>
          <a:lstStyle/>
          <a:p>
            <a:r>
              <a:rPr lang="en-US" b="1" dirty="0"/>
              <a:t>GitHub remote repo</a:t>
            </a:r>
          </a:p>
        </p:txBody>
      </p:sp>
      <p:sp>
        <p:nvSpPr>
          <p:cNvPr id="8" name="TextBox 7">
            <a:extLst>
              <a:ext uri="{FF2B5EF4-FFF2-40B4-BE49-F238E27FC236}">
                <a16:creationId xmlns:a16="http://schemas.microsoft.com/office/drawing/2014/main" id="{19CE6877-6A4A-8788-9AC3-DA73C55C0D40}"/>
              </a:ext>
            </a:extLst>
          </p:cNvPr>
          <p:cNvSpPr txBox="1"/>
          <p:nvPr/>
        </p:nvSpPr>
        <p:spPr>
          <a:xfrm>
            <a:off x="39149" y="3377584"/>
            <a:ext cx="2296526" cy="646331"/>
          </a:xfrm>
          <a:prstGeom prst="rect">
            <a:avLst/>
          </a:prstGeom>
          <a:noFill/>
        </p:spPr>
        <p:txBody>
          <a:bodyPr wrap="none" rtlCol="0">
            <a:spAutoFit/>
          </a:bodyPr>
          <a:lstStyle/>
          <a:p>
            <a:r>
              <a:rPr lang="en-US" b="1" dirty="0"/>
              <a:t>Kristina’s local copy of</a:t>
            </a:r>
          </a:p>
          <a:p>
            <a:r>
              <a:rPr lang="en-US" b="1" dirty="0"/>
              <a:t>the repo on the AP</a:t>
            </a:r>
          </a:p>
        </p:txBody>
      </p:sp>
      <p:sp>
        <p:nvSpPr>
          <p:cNvPr id="11" name="TextBox 10">
            <a:extLst>
              <a:ext uri="{FF2B5EF4-FFF2-40B4-BE49-F238E27FC236}">
                <a16:creationId xmlns:a16="http://schemas.microsoft.com/office/drawing/2014/main" id="{DEEF4287-72F0-396F-3F54-ACD42AE5ABB8}"/>
              </a:ext>
            </a:extLst>
          </p:cNvPr>
          <p:cNvSpPr txBox="1"/>
          <p:nvPr/>
        </p:nvSpPr>
        <p:spPr>
          <a:xfrm>
            <a:off x="10085413" y="3377583"/>
            <a:ext cx="1985480" cy="646331"/>
          </a:xfrm>
          <a:prstGeom prst="rect">
            <a:avLst/>
          </a:prstGeom>
          <a:noFill/>
        </p:spPr>
        <p:txBody>
          <a:bodyPr wrap="none" rtlCol="0">
            <a:spAutoFit/>
          </a:bodyPr>
          <a:lstStyle/>
          <a:p>
            <a:r>
              <a:rPr lang="en-US" b="1" dirty="0"/>
              <a:t>Ian’s local copy of</a:t>
            </a:r>
          </a:p>
          <a:p>
            <a:r>
              <a:rPr lang="en-US" b="1" dirty="0"/>
              <a:t>the repo on the AP</a:t>
            </a:r>
          </a:p>
        </p:txBody>
      </p:sp>
      <p:cxnSp>
        <p:nvCxnSpPr>
          <p:cNvPr id="76" name="Straight Arrow Connector 75">
            <a:extLst>
              <a:ext uri="{FF2B5EF4-FFF2-40B4-BE49-F238E27FC236}">
                <a16:creationId xmlns:a16="http://schemas.microsoft.com/office/drawing/2014/main" id="{6A7C52D9-716C-6069-A433-08C2AD810398}"/>
              </a:ext>
            </a:extLst>
          </p:cNvPr>
          <p:cNvCxnSpPr>
            <a:cxnSpLocks/>
          </p:cNvCxnSpPr>
          <p:nvPr/>
        </p:nvCxnSpPr>
        <p:spPr>
          <a:xfrm rot="10800000" flipV="1">
            <a:off x="3758996" y="3493441"/>
            <a:ext cx="805458" cy="1072271"/>
          </a:xfrm>
          <a:prstGeom prst="straightConnector1">
            <a:avLst/>
          </a:prstGeom>
          <a:ln w="76200">
            <a:solidFill>
              <a:schemeClr val="tx1"/>
            </a:solidFill>
            <a:tailEnd type="triangle"/>
          </a:ln>
        </p:spPr>
        <p:style>
          <a:lnRef idx="3">
            <a:schemeClr val="accent5"/>
          </a:lnRef>
          <a:fillRef idx="0">
            <a:schemeClr val="accent5"/>
          </a:fillRef>
          <a:effectRef idx="2">
            <a:schemeClr val="accent5"/>
          </a:effectRef>
          <a:fontRef idx="minor">
            <a:schemeClr val="tx1"/>
          </a:fontRef>
        </p:style>
      </p:cxnSp>
      <p:sp>
        <p:nvSpPr>
          <p:cNvPr id="77" name="TextBox 76">
            <a:extLst>
              <a:ext uri="{FF2B5EF4-FFF2-40B4-BE49-F238E27FC236}">
                <a16:creationId xmlns:a16="http://schemas.microsoft.com/office/drawing/2014/main" id="{7AF18280-ED78-C72C-BF15-182DD9C3D8AE}"/>
              </a:ext>
            </a:extLst>
          </p:cNvPr>
          <p:cNvSpPr txBox="1"/>
          <p:nvPr/>
        </p:nvSpPr>
        <p:spPr>
          <a:xfrm>
            <a:off x="3462628" y="3684172"/>
            <a:ext cx="723275" cy="369332"/>
          </a:xfrm>
          <a:prstGeom prst="rect">
            <a:avLst/>
          </a:prstGeom>
          <a:noFill/>
        </p:spPr>
        <p:txBody>
          <a:bodyPr wrap="none" rtlCol="0">
            <a:spAutoFit/>
          </a:bodyPr>
          <a:lstStyle/>
          <a:p>
            <a:r>
              <a:rPr lang="en-US" dirty="0"/>
              <a:t>“Pull”</a:t>
            </a:r>
          </a:p>
        </p:txBody>
      </p:sp>
      <p:cxnSp>
        <p:nvCxnSpPr>
          <p:cNvPr id="100" name="Straight Arrow Connector 99">
            <a:extLst>
              <a:ext uri="{FF2B5EF4-FFF2-40B4-BE49-F238E27FC236}">
                <a16:creationId xmlns:a16="http://schemas.microsoft.com/office/drawing/2014/main" id="{8213A509-CC25-15E8-5D62-CED2E37131D3}"/>
              </a:ext>
            </a:extLst>
          </p:cNvPr>
          <p:cNvCxnSpPr>
            <a:cxnSpLocks/>
          </p:cNvCxnSpPr>
          <p:nvPr/>
        </p:nvCxnSpPr>
        <p:spPr>
          <a:xfrm rot="10800000" flipH="1" flipV="1">
            <a:off x="8151456" y="3433887"/>
            <a:ext cx="805458" cy="1072271"/>
          </a:xfrm>
          <a:prstGeom prst="straightConnector1">
            <a:avLst/>
          </a:prstGeom>
          <a:ln w="76200">
            <a:solidFill>
              <a:schemeClr val="tx1"/>
            </a:solidFill>
            <a:tailEnd type="triangle"/>
          </a:ln>
        </p:spPr>
        <p:style>
          <a:lnRef idx="3">
            <a:schemeClr val="accent5"/>
          </a:lnRef>
          <a:fillRef idx="0">
            <a:schemeClr val="accent5"/>
          </a:fillRef>
          <a:effectRef idx="2">
            <a:schemeClr val="accent5"/>
          </a:effectRef>
          <a:fontRef idx="minor">
            <a:schemeClr val="tx1"/>
          </a:fontRef>
        </p:style>
      </p:cxnSp>
      <p:sp>
        <p:nvSpPr>
          <p:cNvPr id="101" name="TextBox 100">
            <a:extLst>
              <a:ext uri="{FF2B5EF4-FFF2-40B4-BE49-F238E27FC236}">
                <a16:creationId xmlns:a16="http://schemas.microsoft.com/office/drawing/2014/main" id="{06E0014F-396F-6FA9-87A5-BB4823A6601A}"/>
              </a:ext>
            </a:extLst>
          </p:cNvPr>
          <p:cNvSpPr txBox="1"/>
          <p:nvPr/>
        </p:nvSpPr>
        <p:spPr>
          <a:xfrm>
            <a:off x="8448061" y="3618553"/>
            <a:ext cx="723275" cy="369332"/>
          </a:xfrm>
          <a:prstGeom prst="rect">
            <a:avLst/>
          </a:prstGeom>
          <a:noFill/>
        </p:spPr>
        <p:txBody>
          <a:bodyPr wrap="none" rtlCol="0">
            <a:spAutoFit/>
          </a:bodyPr>
          <a:lstStyle/>
          <a:p>
            <a:r>
              <a:rPr lang="en-US" dirty="0"/>
              <a:t>“Pull”</a:t>
            </a:r>
          </a:p>
        </p:txBody>
      </p:sp>
      <p:grpSp>
        <p:nvGrpSpPr>
          <p:cNvPr id="133" name="Group 132">
            <a:extLst>
              <a:ext uri="{FF2B5EF4-FFF2-40B4-BE49-F238E27FC236}">
                <a16:creationId xmlns:a16="http://schemas.microsoft.com/office/drawing/2014/main" id="{13D8B217-1235-DD3E-6955-C95DB00CB950}"/>
              </a:ext>
            </a:extLst>
          </p:cNvPr>
          <p:cNvGrpSpPr/>
          <p:nvPr/>
        </p:nvGrpSpPr>
        <p:grpSpPr>
          <a:xfrm>
            <a:off x="7894352" y="4918280"/>
            <a:ext cx="3939684" cy="1774177"/>
            <a:chOff x="7894352" y="4918280"/>
            <a:chExt cx="3939684" cy="1774177"/>
          </a:xfrm>
        </p:grpSpPr>
        <p:sp>
          <p:nvSpPr>
            <p:cNvPr id="134" name="Oval 133">
              <a:extLst>
                <a:ext uri="{FF2B5EF4-FFF2-40B4-BE49-F238E27FC236}">
                  <a16:creationId xmlns:a16="http://schemas.microsoft.com/office/drawing/2014/main" id="{0BEFCEDA-0E60-302E-BFC0-F61FB4D4A637}"/>
                </a:ext>
              </a:extLst>
            </p:cNvPr>
            <p:cNvSpPr>
              <a:spLocks noChangeAspect="1"/>
            </p:cNvSpPr>
            <p:nvPr/>
          </p:nvSpPr>
          <p:spPr>
            <a:xfrm flipV="1">
              <a:off x="8571020"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5" name="Oval 134">
              <a:extLst>
                <a:ext uri="{FF2B5EF4-FFF2-40B4-BE49-F238E27FC236}">
                  <a16:creationId xmlns:a16="http://schemas.microsoft.com/office/drawing/2014/main" id="{9AF89E9C-DB99-520E-5F9C-B65DD3D91107}"/>
                </a:ext>
              </a:extLst>
            </p:cNvPr>
            <p:cNvSpPr>
              <a:spLocks noChangeAspect="1"/>
            </p:cNvSpPr>
            <p:nvPr/>
          </p:nvSpPr>
          <p:spPr>
            <a:xfrm flipV="1">
              <a:off x="9235828" y="5337208"/>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36" name="Straight Connector 135">
              <a:extLst>
                <a:ext uri="{FF2B5EF4-FFF2-40B4-BE49-F238E27FC236}">
                  <a16:creationId xmlns:a16="http://schemas.microsoft.com/office/drawing/2014/main" id="{A96DE839-A1D0-1D42-C8AC-5DDD592715D2}"/>
                </a:ext>
              </a:extLst>
            </p:cNvPr>
            <p:cNvCxnSpPr>
              <a:cxnSpLocks/>
              <a:endCxn id="135" idx="2"/>
            </p:cNvCxnSpPr>
            <p:nvPr/>
          </p:nvCxnSpPr>
          <p:spPr>
            <a:xfrm flipV="1">
              <a:off x="8861671" y="5482534"/>
              <a:ext cx="374158"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37" name="Oval 136">
              <a:extLst>
                <a:ext uri="{FF2B5EF4-FFF2-40B4-BE49-F238E27FC236}">
                  <a16:creationId xmlns:a16="http://schemas.microsoft.com/office/drawing/2014/main" id="{A36BA4B2-32BF-59FD-F091-2AFAFCA450A2}"/>
                </a:ext>
              </a:extLst>
            </p:cNvPr>
            <p:cNvSpPr>
              <a:spLocks noChangeAspect="1"/>
            </p:cNvSpPr>
            <p:nvPr/>
          </p:nvSpPr>
          <p:spPr>
            <a:xfrm flipV="1">
              <a:off x="9823582"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38" name="Straight Connector 137">
              <a:extLst>
                <a:ext uri="{FF2B5EF4-FFF2-40B4-BE49-F238E27FC236}">
                  <a16:creationId xmlns:a16="http://schemas.microsoft.com/office/drawing/2014/main" id="{9DC39578-5978-F147-366D-896829CBA886}"/>
                </a:ext>
              </a:extLst>
            </p:cNvPr>
            <p:cNvCxnSpPr>
              <a:cxnSpLocks/>
              <a:stCxn id="135" idx="7"/>
              <a:endCxn id="137" idx="3"/>
            </p:cNvCxnSpPr>
            <p:nvPr/>
          </p:nvCxnSpPr>
          <p:spPr>
            <a:xfrm>
              <a:off x="9483914" y="5585294"/>
              <a:ext cx="382233" cy="379997"/>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39" name="Oval 138">
              <a:extLst>
                <a:ext uri="{FF2B5EF4-FFF2-40B4-BE49-F238E27FC236}">
                  <a16:creationId xmlns:a16="http://schemas.microsoft.com/office/drawing/2014/main" id="{0F861E25-FF60-7A8D-3D6D-2F24D15986F6}"/>
                </a:ext>
              </a:extLst>
            </p:cNvPr>
            <p:cNvSpPr>
              <a:spLocks noChangeAspect="1"/>
            </p:cNvSpPr>
            <p:nvPr/>
          </p:nvSpPr>
          <p:spPr>
            <a:xfrm flipV="1">
              <a:off x="10485935"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40" name="Straight Connector 139">
              <a:extLst>
                <a:ext uri="{FF2B5EF4-FFF2-40B4-BE49-F238E27FC236}">
                  <a16:creationId xmlns:a16="http://schemas.microsoft.com/office/drawing/2014/main" id="{1FFB1066-5F59-1EF2-59F8-FF7EA41D6F3F}"/>
                </a:ext>
              </a:extLst>
            </p:cNvPr>
            <p:cNvCxnSpPr>
              <a:cxnSpLocks/>
              <a:stCxn id="137" idx="6"/>
              <a:endCxn id="139" idx="2"/>
            </p:cNvCxnSpPr>
            <p:nvPr/>
          </p:nvCxnSpPr>
          <p:spPr>
            <a:xfrm flipV="1">
              <a:off x="10114232"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6CE31B81-4976-B546-332E-CA5A01B42626}"/>
                </a:ext>
              </a:extLst>
            </p:cNvPr>
            <p:cNvSpPr>
              <a:spLocks noChangeAspect="1"/>
            </p:cNvSpPr>
            <p:nvPr/>
          </p:nvSpPr>
          <p:spPr>
            <a:xfrm flipV="1">
              <a:off x="11148287" y="5922726"/>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42" name="Straight Connector 141">
              <a:extLst>
                <a:ext uri="{FF2B5EF4-FFF2-40B4-BE49-F238E27FC236}">
                  <a16:creationId xmlns:a16="http://schemas.microsoft.com/office/drawing/2014/main" id="{85C8C202-DD04-3542-888A-07D7129B2943}"/>
                </a:ext>
              </a:extLst>
            </p:cNvPr>
            <p:cNvCxnSpPr>
              <a:cxnSpLocks/>
              <a:stCxn id="139" idx="6"/>
              <a:endCxn id="141" idx="2"/>
            </p:cNvCxnSpPr>
            <p:nvPr/>
          </p:nvCxnSpPr>
          <p:spPr>
            <a:xfrm flipV="1">
              <a:off x="10776585" y="6068051"/>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43" name="Oval 142">
              <a:extLst>
                <a:ext uri="{FF2B5EF4-FFF2-40B4-BE49-F238E27FC236}">
                  <a16:creationId xmlns:a16="http://schemas.microsoft.com/office/drawing/2014/main" id="{4E58CE84-F40A-9DBA-52DA-E906299F4965}"/>
                </a:ext>
              </a:extLst>
            </p:cNvPr>
            <p:cNvSpPr>
              <a:spLocks noChangeAspect="1"/>
            </p:cNvSpPr>
            <p:nvPr/>
          </p:nvSpPr>
          <p:spPr>
            <a:xfrm flipV="1">
              <a:off x="7894352" y="5337207"/>
              <a:ext cx="290651" cy="290651"/>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44" name="Straight Connector 143">
              <a:extLst>
                <a:ext uri="{FF2B5EF4-FFF2-40B4-BE49-F238E27FC236}">
                  <a16:creationId xmlns:a16="http://schemas.microsoft.com/office/drawing/2014/main" id="{02102800-3EF4-3E37-69DE-7DF565B1913A}"/>
                </a:ext>
              </a:extLst>
            </p:cNvPr>
            <p:cNvCxnSpPr>
              <a:cxnSpLocks/>
              <a:stCxn id="143" idx="6"/>
              <a:endCxn id="134" idx="2"/>
            </p:cNvCxnSpPr>
            <p:nvPr/>
          </p:nvCxnSpPr>
          <p:spPr>
            <a:xfrm flipV="1">
              <a:off x="8185003" y="5482532"/>
              <a:ext cx="38601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45" name="Up Arrow Callout 144">
              <a:extLst>
                <a:ext uri="{FF2B5EF4-FFF2-40B4-BE49-F238E27FC236}">
                  <a16:creationId xmlns:a16="http://schemas.microsoft.com/office/drawing/2014/main" id="{0AD82BAE-E9C2-5877-BA50-76154FEEACE0}"/>
                </a:ext>
              </a:extLst>
            </p:cNvPr>
            <p:cNvSpPr/>
            <p:nvPr/>
          </p:nvSpPr>
          <p:spPr>
            <a:xfrm>
              <a:off x="10776585" y="6254458"/>
              <a:ext cx="1057451" cy="437999"/>
            </a:xfrm>
            <a:prstGeom prst="upArrowCallou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solidFill>
                    <a:schemeClr val="bg1"/>
                  </a:solidFill>
                </a:rPr>
                <a:t>feature_2</a:t>
              </a:r>
            </a:p>
          </p:txBody>
        </p:sp>
        <p:sp>
          <p:nvSpPr>
            <p:cNvPr id="146" name="Down Arrow Callout 145">
              <a:extLst>
                <a:ext uri="{FF2B5EF4-FFF2-40B4-BE49-F238E27FC236}">
                  <a16:creationId xmlns:a16="http://schemas.microsoft.com/office/drawing/2014/main" id="{44B4128C-2388-07D0-72C4-4018D9AD257B}"/>
                </a:ext>
              </a:extLst>
            </p:cNvPr>
            <p:cNvSpPr/>
            <p:nvPr/>
          </p:nvSpPr>
          <p:spPr>
            <a:xfrm>
              <a:off x="9068118" y="4918280"/>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grpSp>
        <p:nvGrpSpPr>
          <p:cNvPr id="73" name="Group 72">
            <a:extLst>
              <a:ext uri="{FF2B5EF4-FFF2-40B4-BE49-F238E27FC236}">
                <a16:creationId xmlns:a16="http://schemas.microsoft.com/office/drawing/2014/main" id="{22D95258-CDD2-BB89-8E61-6B90BE3F7B9A}"/>
              </a:ext>
            </a:extLst>
          </p:cNvPr>
          <p:cNvGrpSpPr/>
          <p:nvPr/>
        </p:nvGrpSpPr>
        <p:grpSpPr>
          <a:xfrm>
            <a:off x="7877774" y="4699764"/>
            <a:ext cx="4182105" cy="1608722"/>
            <a:chOff x="151216" y="4585119"/>
            <a:chExt cx="4182105" cy="1608722"/>
          </a:xfrm>
        </p:grpSpPr>
        <p:grpSp>
          <p:nvGrpSpPr>
            <p:cNvPr id="74" name="Group 73">
              <a:extLst>
                <a:ext uri="{FF2B5EF4-FFF2-40B4-BE49-F238E27FC236}">
                  <a16:creationId xmlns:a16="http://schemas.microsoft.com/office/drawing/2014/main" id="{5864FDC7-C3BD-AF4E-08CD-ADD71C49DBFA}"/>
                </a:ext>
              </a:extLst>
            </p:cNvPr>
            <p:cNvGrpSpPr/>
            <p:nvPr/>
          </p:nvGrpSpPr>
          <p:grpSpPr>
            <a:xfrm>
              <a:off x="460483" y="4787102"/>
              <a:ext cx="3872838" cy="566585"/>
              <a:chOff x="460483" y="4787102"/>
              <a:chExt cx="3872838" cy="566585"/>
            </a:xfrm>
          </p:grpSpPr>
          <p:cxnSp>
            <p:nvCxnSpPr>
              <p:cNvPr id="164" name="Straight Connector 163">
                <a:extLst>
                  <a:ext uri="{FF2B5EF4-FFF2-40B4-BE49-F238E27FC236}">
                    <a16:creationId xmlns:a16="http://schemas.microsoft.com/office/drawing/2014/main" id="{8EF27552-F208-8597-B5E3-93E40F3D5766}"/>
                  </a:ext>
                </a:extLst>
              </p:cNvPr>
              <p:cNvCxnSpPr>
                <a:cxnSpLocks/>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5" name="Down Arrow Callout 55">
                <a:extLst>
                  <a:ext uri="{FF2B5EF4-FFF2-40B4-BE49-F238E27FC236}">
                    <a16:creationId xmlns:a16="http://schemas.microsoft.com/office/drawing/2014/main" id="{584FADDA-0BD7-1DDF-E010-8C600C16819F}"/>
                  </a:ext>
                </a:extLst>
              </p:cNvPr>
              <p:cNvSpPr/>
              <p:nvPr/>
            </p:nvSpPr>
            <p:spPr>
              <a:xfrm>
                <a:off x="3706921" y="4787102"/>
                <a:ext cx="62640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grpSp>
          <p:nvGrpSpPr>
            <p:cNvPr id="75" name="Group 74">
              <a:extLst>
                <a:ext uri="{FF2B5EF4-FFF2-40B4-BE49-F238E27FC236}">
                  <a16:creationId xmlns:a16="http://schemas.microsoft.com/office/drawing/2014/main" id="{FA1E047C-F079-7C40-BC4D-70FAABA67172}"/>
                </a:ext>
              </a:extLst>
            </p:cNvPr>
            <p:cNvGrpSpPr/>
            <p:nvPr/>
          </p:nvGrpSpPr>
          <p:grpSpPr>
            <a:xfrm>
              <a:off x="151216" y="4585119"/>
              <a:ext cx="4027209" cy="1608722"/>
              <a:chOff x="4219178" y="1770013"/>
              <a:chExt cx="4027209" cy="1608722"/>
            </a:xfrm>
          </p:grpSpPr>
          <p:sp>
            <p:nvSpPr>
              <p:cNvPr id="93" name="Oval 92">
                <a:extLst>
                  <a:ext uri="{FF2B5EF4-FFF2-40B4-BE49-F238E27FC236}">
                    <a16:creationId xmlns:a16="http://schemas.microsoft.com/office/drawing/2014/main" id="{5FF82210-64E0-5EF7-AB06-4A99BA1F7DF7}"/>
                  </a:ext>
                </a:extLst>
              </p:cNvPr>
              <p:cNvSpPr>
                <a:spLocks noChangeAspect="1"/>
              </p:cNvSpPr>
              <p:nvPr/>
            </p:nvSpPr>
            <p:spPr>
              <a:xfrm>
                <a:off x="6801779" y="2397247"/>
                <a:ext cx="297439" cy="29744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96" name="Oval 95">
                <a:extLst>
                  <a:ext uri="{FF2B5EF4-FFF2-40B4-BE49-F238E27FC236}">
                    <a16:creationId xmlns:a16="http://schemas.microsoft.com/office/drawing/2014/main" id="{A8B36627-D146-3C2D-126C-6510EFA1E61B}"/>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2" name="Oval 101">
                <a:extLst>
                  <a:ext uri="{FF2B5EF4-FFF2-40B4-BE49-F238E27FC236}">
                    <a16:creationId xmlns:a16="http://schemas.microsoft.com/office/drawing/2014/main" id="{916FB3D7-F056-9055-659E-F9A9382A84D4}"/>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03" name="Straight Connector 102">
                <a:extLst>
                  <a:ext uri="{FF2B5EF4-FFF2-40B4-BE49-F238E27FC236}">
                    <a16:creationId xmlns:a16="http://schemas.microsoft.com/office/drawing/2014/main" id="{F059844A-4F48-069D-D1BC-21B7CF325E7A}"/>
                  </a:ext>
                </a:extLst>
              </p:cNvPr>
              <p:cNvCxnSpPr>
                <a:cxnSpLocks/>
                <a:stCxn id="96" idx="6"/>
                <a:endCxn id="102"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24" name="Oval 123">
                <a:extLst>
                  <a:ext uri="{FF2B5EF4-FFF2-40B4-BE49-F238E27FC236}">
                    <a16:creationId xmlns:a16="http://schemas.microsoft.com/office/drawing/2014/main" id="{C10602EB-DCD5-88AB-316D-B2DA7F3B11BB}"/>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dirty="0"/>
              </a:p>
            </p:txBody>
          </p:sp>
          <p:cxnSp>
            <p:nvCxnSpPr>
              <p:cNvPr id="125" name="Straight Connector 124">
                <a:extLst>
                  <a:ext uri="{FF2B5EF4-FFF2-40B4-BE49-F238E27FC236}">
                    <a16:creationId xmlns:a16="http://schemas.microsoft.com/office/drawing/2014/main" id="{3E16739C-782F-9C43-26F7-6D753F47B4D3}"/>
                  </a:ext>
                </a:extLst>
              </p:cNvPr>
              <p:cNvCxnSpPr>
                <a:cxnSpLocks/>
                <a:stCxn id="102" idx="7"/>
                <a:endCxn id="124"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47" name="Oval 146">
                <a:extLst>
                  <a:ext uri="{FF2B5EF4-FFF2-40B4-BE49-F238E27FC236}">
                    <a16:creationId xmlns:a16="http://schemas.microsoft.com/office/drawing/2014/main" id="{C3E65EA1-915A-2E0D-1F45-61FD70005FFD}"/>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48" name="Straight Connector 147">
                <a:extLst>
                  <a:ext uri="{FF2B5EF4-FFF2-40B4-BE49-F238E27FC236}">
                    <a16:creationId xmlns:a16="http://schemas.microsoft.com/office/drawing/2014/main" id="{A3A9059C-3876-B937-F0D1-A975ECDECA96}"/>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49" name="Oval 148">
                <a:extLst>
                  <a:ext uri="{FF2B5EF4-FFF2-40B4-BE49-F238E27FC236}">
                    <a16:creationId xmlns:a16="http://schemas.microsoft.com/office/drawing/2014/main" id="{613E8BFF-C68A-3361-7C40-0D74F1CCA229}"/>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150" name="Straight Connector 149">
                <a:extLst>
                  <a:ext uri="{FF2B5EF4-FFF2-40B4-BE49-F238E27FC236}">
                    <a16:creationId xmlns:a16="http://schemas.microsoft.com/office/drawing/2014/main" id="{2F3DD354-4B3E-C533-3B81-086DE79D2B0C}"/>
                  </a:ext>
                </a:extLst>
              </p:cNvPr>
              <p:cNvCxnSpPr>
                <a:cxnSpLocks/>
                <a:stCxn id="124" idx="6"/>
                <a:endCxn id="149"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1" name="Oval 150">
                <a:extLst>
                  <a:ext uri="{FF2B5EF4-FFF2-40B4-BE49-F238E27FC236}">
                    <a16:creationId xmlns:a16="http://schemas.microsoft.com/office/drawing/2014/main" id="{C7929821-0D9E-83CB-B5A8-56C02096816E}"/>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52" name="Straight Connector 151">
                <a:extLst>
                  <a:ext uri="{FF2B5EF4-FFF2-40B4-BE49-F238E27FC236}">
                    <a16:creationId xmlns:a16="http://schemas.microsoft.com/office/drawing/2014/main" id="{EA5E9E45-85D9-D6FA-1F20-C3E4FF1C1CFA}"/>
                  </a:ext>
                </a:extLst>
              </p:cNvPr>
              <p:cNvCxnSpPr>
                <a:cxnSpLocks/>
                <a:stCxn id="147" idx="5"/>
                <a:endCxn id="151"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2A16AD0B-62A5-2EF3-937A-6CC258AFEA8A}"/>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54" name="Straight Connector 153">
                <a:extLst>
                  <a:ext uri="{FF2B5EF4-FFF2-40B4-BE49-F238E27FC236}">
                    <a16:creationId xmlns:a16="http://schemas.microsoft.com/office/drawing/2014/main" id="{8B7D17E8-B58D-662F-DD91-4D0E055BDBA8}"/>
                  </a:ext>
                </a:extLst>
              </p:cNvPr>
              <p:cNvCxnSpPr>
                <a:cxnSpLocks/>
                <a:stCxn id="151" idx="6"/>
                <a:endCxn id="153"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5" name="Oval 154">
                <a:extLst>
                  <a:ext uri="{FF2B5EF4-FFF2-40B4-BE49-F238E27FC236}">
                    <a16:creationId xmlns:a16="http://schemas.microsoft.com/office/drawing/2014/main" id="{CE595369-051A-41B1-51CB-36066E2B60A2}"/>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156" name="Straight Connector 155">
                <a:extLst>
                  <a:ext uri="{FF2B5EF4-FFF2-40B4-BE49-F238E27FC236}">
                    <a16:creationId xmlns:a16="http://schemas.microsoft.com/office/drawing/2014/main" id="{D06554F9-EF24-AC7F-5AC9-2E2A141E8A2C}"/>
                  </a:ext>
                </a:extLst>
              </p:cNvPr>
              <p:cNvCxnSpPr>
                <a:cxnSpLocks/>
                <a:stCxn id="153" idx="6"/>
                <a:endCxn id="155"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11568884-D4A8-0C30-2874-A4586D1DEE84}"/>
                  </a:ext>
                </a:extLst>
              </p:cNvPr>
              <p:cNvCxnSpPr>
                <a:cxnSpLocks/>
              </p:cNvCxnSpPr>
              <p:nvPr/>
            </p:nvCxnSpPr>
            <p:spPr>
              <a:xfrm flipV="1">
                <a:off x="5882040" y="2543598"/>
                <a:ext cx="918520" cy="236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1593816A-FB97-82FB-6EDD-21CCC86FDDD7}"/>
                  </a:ext>
                </a:extLst>
              </p:cNvPr>
              <p:cNvCxnSpPr>
                <a:cxnSpLocks/>
                <a:endCxn id="149" idx="5"/>
              </p:cNvCxnSpPr>
              <p:nvPr/>
            </p:nvCxnSpPr>
            <p:spPr>
              <a:xfrm flipH="1" flipV="1">
                <a:off x="6432558" y="2023894"/>
                <a:ext cx="411561" cy="414543"/>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D792AEC4-48B6-4C32-E0A5-F62C71FAD6D8}"/>
                  </a:ext>
                </a:extLst>
              </p:cNvPr>
              <p:cNvSpPr>
                <a:spLocks noChangeAspect="1"/>
              </p:cNvSpPr>
              <p:nvPr/>
            </p:nvSpPr>
            <p:spPr>
              <a:xfrm>
                <a:off x="7948948" y="2397098"/>
                <a:ext cx="297439" cy="297440"/>
              </a:xfrm>
              <a:prstGeom prst="ellipse">
                <a:avLst/>
              </a:prstGeom>
              <a:gradFill>
                <a:gsLst>
                  <a:gs pos="21000">
                    <a:schemeClr val="accent6"/>
                  </a:gs>
                  <a:gs pos="53000">
                    <a:schemeClr val="accent4"/>
                  </a:gs>
                  <a:gs pos="85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60" name="Straight Connector 159">
                <a:extLst>
                  <a:ext uri="{FF2B5EF4-FFF2-40B4-BE49-F238E27FC236}">
                    <a16:creationId xmlns:a16="http://schemas.microsoft.com/office/drawing/2014/main" id="{B797A64F-2AEE-2A53-8378-95AD973FDA5A}"/>
                  </a:ext>
                </a:extLst>
              </p:cNvPr>
              <p:cNvCxnSpPr>
                <a:cxnSpLocks/>
                <a:endCxn id="159" idx="2"/>
              </p:cNvCxnSpPr>
              <p:nvPr/>
            </p:nvCxnSpPr>
            <p:spPr>
              <a:xfrm>
                <a:off x="7097999" y="2543598"/>
                <a:ext cx="850949" cy="222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38B22D14-634B-6E23-3465-1BEBA26D30C6}"/>
                  </a:ext>
                </a:extLst>
              </p:cNvPr>
              <p:cNvCxnSpPr>
                <a:cxnSpLocks/>
                <a:stCxn id="159" idx="3"/>
                <a:endCxn id="155" idx="5"/>
              </p:cNvCxnSpPr>
              <p:nvPr/>
            </p:nvCxnSpPr>
            <p:spPr>
              <a:xfrm flipH="1">
                <a:off x="7671770" y="2650979"/>
                <a:ext cx="320737" cy="47967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66" name="Group 165">
            <a:extLst>
              <a:ext uri="{FF2B5EF4-FFF2-40B4-BE49-F238E27FC236}">
                <a16:creationId xmlns:a16="http://schemas.microsoft.com/office/drawing/2014/main" id="{4EBD05D0-1A37-5AD9-E612-06A88F385B3F}"/>
              </a:ext>
            </a:extLst>
          </p:cNvPr>
          <p:cNvGrpSpPr/>
          <p:nvPr/>
        </p:nvGrpSpPr>
        <p:grpSpPr>
          <a:xfrm>
            <a:off x="178324" y="4201071"/>
            <a:ext cx="2568927" cy="1293696"/>
            <a:chOff x="178324" y="4201071"/>
            <a:chExt cx="2568927" cy="1293696"/>
          </a:xfrm>
        </p:grpSpPr>
        <p:sp>
          <p:nvSpPr>
            <p:cNvPr id="167" name="Oval 166">
              <a:extLst>
                <a:ext uri="{FF2B5EF4-FFF2-40B4-BE49-F238E27FC236}">
                  <a16:creationId xmlns:a16="http://schemas.microsoft.com/office/drawing/2014/main" id="{1B36C734-08ED-2FEF-33FB-F0C190BD8EFF}"/>
                </a:ext>
              </a:extLst>
            </p:cNvPr>
            <p:cNvSpPr>
              <a:spLocks noChangeAspect="1"/>
            </p:cNvSpPr>
            <p:nvPr/>
          </p:nvSpPr>
          <p:spPr>
            <a:xfrm>
              <a:off x="178324"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68" name="Oval 167">
              <a:extLst>
                <a:ext uri="{FF2B5EF4-FFF2-40B4-BE49-F238E27FC236}">
                  <a16:creationId xmlns:a16="http://schemas.microsoft.com/office/drawing/2014/main" id="{46F52E7C-B093-4E5D-B761-C8CBA8600663}"/>
                </a:ext>
              </a:extLst>
            </p:cNvPr>
            <p:cNvSpPr>
              <a:spLocks noChangeAspect="1"/>
            </p:cNvSpPr>
            <p:nvPr/>
          </p:nvSpPr>
          <p:spPr>
            <a:xfrm>
              <a:off x="823709" y="5212607"/>
              <a:ext cx="282159" cy="28216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169" name="Straight Connector 168">
              <a:extLst>
                <a:ext uri="{FF2B5EF4-FFF2-40B4-BE49-F238E27FC236}">
                  <a16:creationId xmlns:a16="http://schemas.microsoft.com/office/drawing/2014/main" id="{C5D20B22-4854-7F69-2F45-2F612F2B0B60}"/>
                </a:ext>
              </a:extLst>
            </p:cNvPr>
            <p:cNvCxnSpPr>
              <a:cxnSpLocks/>
              <a:endCxn id="168" idx="2"/>
            </p:cNvCxnSpPr>
            <p:nvPr/>
          </p:nvCxnSpPr>
          <p:spPr>
            <a:xfrm>
              <a:off x="460483" y="5353687"/>
              <a:ext cx="36322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70" name="Oval 169">
              <a:extLst>
                <a:ext uri="{FF2B5EF4-FFF2-40B4-BE49-F238E27FC236}">
                  <a16:creationId xmlns:a16="http://schemas.microsoft.com/office/drawing/2014/main" id="{17409558-11B9-DEB3-D877-194FFAF584EA}"/>
                </a:ext>
              </a:extLst>
            </p:cNvPr>
            <p:cNvSpPr>
              <a:spLocks noChangeAspect="1"/>
            </p:cNvSpPr>
            <p:nvPr/>
          </p:nvSpPr>
          <p:spPr>
            <a:xfrm>
              <a:off x="1431773"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171" name="Straight Connector 170">
              <a:extLst>
                <a:ext uri="{FF2B5EF4-FFF2-40B4-BE49-F238E27FC236}">
                  <a16:creationId xmlns:a16="http://schemas.microsoft.com/office/drawing/2014/main" id="{6738EBC2-0BFF-930E-EA98-E957D4B7B773}"/>
                </a:ext>
              </a:extLst>
            </p:cNvPr>
            <p:cNvCxnSpPr>
              <a:cxnSpLocks/>
              <a:stCxn id="168" idx="7"/>
              <a:endCxn id="170" idx="3"/>
            </p:cNvCxnSpPr>
            <p:nvPr/>
          </p:nvCxnSpPr>
          <p:spPr>
            <a:xfrm flipV="1">
              <a:off x="1064547" y="4874542"/>
              <a:ext cx="408547" cy="379386"/>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2" name="Oval 171">
              <a:extLst>
                <a:ext uri="{FF2B5EF4-FFF2-40B4-BE49-F238E27FC236}">
                  <a16:creationId xmlns:a16="http://schemas.microsoft.com/office/drawing/2014/main" id="{B42B061F-4623-1032-0B04-9CA3CFFE6293}"/>
                </a:ext>
              </a:extLst>
            </p:cNvPr>
            <p:cNvSpPr>
              <a:spLocks noChangeAspect="1"/>
            </p:cNvSpPr>
            <p:nvPr/>
          </p:nvSpPr>
          <p:spPr>
            <a:xfrm>
              <a:off x="2074774" y="4633703"/>
              <a:ext cx="282159" cy="28216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173" name="Straight Connector 172">
              <a:extLst>
                <a:ext uri="{FF2B5EF4-FFF2-40B4-BE49-F238E27FC236}">
                  <a16:creationId xmlns:a16="http://schemas.microsoft.com/office/drawing/2014/main" id="{186534AA-BC31-6113-3210-38FCA802F813}"/>
                </a:ext>
              </a:extLst>
            </p:cNvPr>
            <p:cNvCxnSpPr>
              <a:cxnSpLocks/>
              <a:stCxn id="170" idx="6"/>
              <a:endCxn id="172" idx="2"/>
            </p:cNvCxnSpPr>
            <p:nvPr/>
          </p:nvCxnSpPr>
          <p:spPr>
            <a:xfrm>
              <a:off x="1713932" y="4774783"/>
              <a:ext cx="360842" cy="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74" name="Down Arrow Callout 53">
              <a:extLst>
                <a:ext uri="{FF2B5EF4-FFF2-40B4-BE49-F238E27FC236}">
                  <a16:creationId xmlns:a16="http://schemas.microsoft.com/office/drawing/2014/main" id="{C08F578A-37E3-0181-2011-3E5888FC0216}"/>
                </a:ext>
              </a:extLst>
            </p:cNvPr>
            <p:cNvSpPr/>
            <p:nvPr/>
          </p:nvSpPr>
          <p:spPr>
            <a:xfrm>
              <a:off x="1684456" y="4201071"/>
              <a:ext cx="1062795" cy="407673"/>
            </a:xfrm>
            <a:prstGeom prst="downArrowCallou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solidFill>
                    <a:schemeClr val="bg1"/>
                  </a:solidFill>
                </a:rPr>
                <a:t>feature_1</a:t>
              </a:r>
              <a:endParaRPr lang="en-US" sz="1000" dirty="0">
                <a:solidFill>
                  <a:schemeClr val="bg1"/>
                </a:solidFill>
              </a:endParaRPr>
            </a:p>
          </p:txBody>
        </p:sp>
        <p:sp>
          <p:nvSpPr>
            <p:cNvPr id="175" name="Down Arrow Callout 55">
              <a:extLst>
                <a:ext uri="{FF2B5EF4-FFF2-40B4-BE49-F238E27FC236}">
                  <a16:creationId xmlns:a16="http://schemas.microsoft.com/office/drawing/2014/main" id="{E46F47D4-22FE-0D16-88E3-C75FC7E1EDE8}"/>
                </a:ext>
              </a:extLst>
            </p:cNvPr>
            <p:cNvSpPr/>
            <p:nvPr/>
          </p:nvSpPr>
          <p:spPr>
            <a:xfrm>
              <a:off x="651571" y="4787102"/>
              <a:ext cx="62640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grpSp>
      <p:grpSp>
        <p:nvGrpSpPr>
          <p:cNvPr id="202" name="Group 201">
            <a:extLst>
              <a:ext uri="{FF2B5EF4-FFF2-40B4-BE49-F238E27FC236}">
                <a16:creationId xmlns:a16="http://schemas.microsoft.com/office/drawing/2014/main" id="{565E9333-C486-7861-AD6F-B02401F21CF1}"/>
              </a:ext>
            </a:extLst>
          </p:cNvPr>
          <p:cNvGrpSpPr/>
          <p:nvPr/>
        </p:nvGrpSpPr>
        <p:grpSpPr>
          <a:xfrm>
            <a:off x="4219178" y="1770013"/>
            <a:ext cx="4190813" cy="1608722"/>
            <a:chOff x="4219178" y="1770013"/>
            <a:chExt cx="4190813" cy="1608722"/>
          </a:xfrm>
        </p:grpSpPr>
        <p:sp>
          <p:nvSpPr>
            <p:cNvPr id="203" name="Oval 202">
              <a:extLst>
                <a:ext uri="{FF2B5EF4-FFF2-40B4-BE49-F238E27FC236}">
                  <a16:creationId xmlns:a16="http://schemas.microsoft.com/office/drawing/2014/main" id="{4A5EA67B-85EF-F72A-4F12-4805C3135244}"/>
                </a:ext>
              </a:extLst>
            </p:cNvPr>
            <p:cNvSpPr>
              <a:spLocks noChangeAspect="1"/>
            </p:cNvSpPr>
            <p:nvPr/>
          </p:nvSpPr>
          <p:spPr>
            <a:xfrm>
              <a:off x="6801779" y="2397247"/>
              <a:ext cx="297439" cy="297440"/>
            </a:xfrm>
            <a:prstGeom prst="ellipse">
              <a:avLst/>
            </a:prstGeom>
            <a:gradFill>
              <a:gsLst>
                <a:gs pos="27000">
                  <a:schemeClr val="accent4"/>
                </a:gs>
                <a:gs pos="55000">
                  <a:schemeClr val="accent4">
                    <a:lumMod val="60000"/>
                    <a:lumOff val="40000"/>
                  </a:schemeClr>
                </a:gs>
                <a:gs pos="71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4" name="Oval 203">
              <a:extLst>
                <a:ext uri="{FF2B5EF4-FFF2-40B4-BE49-F238E27FC236}">
                  <a16:creationId xmlns:a16="http://schemas.microsoft.com/office/drawing/2014/main" id="{AC3F1D08-F4B4-0B27-B722-0FFCF7FF9EEF}"/>
                </a:ext>
              </a:extLst>
            </p:cNvPr>
            <p:cNvSpPr>
              <a:spLocks noChangeAspect="1"/>
            </p:cNvSpPr>
            <p:nvPr/>
          </p:nvSpPr>
          <p:spPr>
            <a:xfrm>
              <a:off x="4219178"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5" name="Oval 204">
              <a:extLst>
                <a:ext uri="{FF2B5EF4-FFF2-40B4-BE49-F238E27FC236}">
                  <a16:creationId xmlns:a16="http://schemas.microsoft.com/office/drawing/2014/main" id="{9234F845-E2D0-1C3E-99F1-60102A63F993}"/>
                </a:ext>
              </a:extLst>
            </p:cNvPr>
            <p:cNvSpPr>
              <a:spLocks noChangeAspect="1"/>
            </p:cNvSpPr>
            <p:nvPr/>
          </p:nvSpPr>
          <p:spPr>
            <a:xfrm>
              <a:off x="4899513"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06" name="Straight Connector 205">
              <a:extLst>
                <a:ext uri="{FF2B5EF4-FFF2-40B4-BE49-F238E27FC236}">
                  <a16:creationId xmlns:a16="http://schemas.microsoft.com/office/drawing/2014/main" id="{018AD581-A066-B72B-13FD-3ED1B992DCE0}"/>
                </a:ext>
              </a:extLst>
            </p:cNvPr>
            <p:cNvCxnSpPr>
              <a:cxnSpLocks/>
              <a:endCxn id="205" idx="2"/>
            </p:cNvCxnSpPr>
            <p:nvPr/>
          </p:nvCxnSpPr>
          <p:spPr>
            <a:xfrm>
              <a:off x="4516617"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07" name="Oval 206">
              <a:extLst>
                <a:ext uri="{FF2B5EF4-FFF2-40B4-BE49-F238E27FC236}">
                  <a16:creationId xmlns:a16="http://schemas.microsoft.com/office/drawing/2014/main" id="{01C927C9-A3D2-9C0D-7DD2-9DF9D1F64859}"/>
                </a:ext>
              </a:extLst>
            </p:cNvPr>
            <p:cNvSpPr>
              <a:spLocks noChangeAspect="1"/>
            </p:cNvSpPr>
            <p:nvPr/>
          </p:nvSpPr>
          <p:spPr>
            <a:xfrm>
              <a:off x="5521290" y="1771028"/>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208" name="Straight Connector 207">
              <a:extLst>
                <a:ext uri="{FF2B5EF4-FFF2-40B4-BE49-F238E27FC236}">
                  <a16:creationId xmlns:a16="http://schemas.microsoft.com/office/drawing/2014/main" id="{502371EA-AB19-D707-9631-70B518EADC06}"/>
                </a:ext>
              </a:extLst>
            </p:cNvPr>
            <p:cNvCxnSpPr>
              <a:cxnSpLocks/>
              <a:stCxn id="205" idx="7"/>
              <a:endCxn id="207" idx="3"/>
            </p:cNvCxnSpPr>
            <p:nvPr/>
          </p:nvCxnSpPr>
          <p:spPr>
            <a:xfrm flipV="1">
              <a:off x="5153393" y="2024909"/>
              <a:ext cx="411456" cy="415897"/>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09" name="Oval 208">
              <a:extLst>
                <a:ext uri="{FF2B5EF4-FFF2-40B4-BE49-F238E27FC236}">
                  <a16:creationId xmlns:a16="http://schemas.microsoft.com/office/drawing/2014/main" id="{CF2D5E55-CB29-F7D7-43DA-6CF5DEBB1319}"/>
                </a:ext>
              </a:extLst>
            </p:cNvPr>
            <p:cNvSpPr>
              <a:spLocks noChangeAspect="1"/>
            </p:cNvSpPr>
            <p:nvPr/>
          </p:nvSpPr>
          <p:spPr>
            <a:xfrm>
              <a:off x="5577335" y="2397247"/>
              <a:ext cx="297439" cy="297440"/>
            </a:xfrm>
            <a:prstGeom prst="ellipse">
              <a:avLst/>
            </a:prstGeom>
            <a:solidFill>
              <a:srgbClr val="FFBC57"/>
            </a:soli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10" name="Straight Connector 209">
              <a:extLst>
                <a:ext uri="{FF2B5EF4-FFF2-40B4-BE49-F238E27FC236}">
                  <a16:creationId xmlns:a16="http://schemas.microsoft.com/office/drawing/2014/main" id="{354670DC-0226-EC04-A2D0-4DBF8A30C9B8}"/>
                </a:ext>
              </a:extLst>
            </p:cNvPr>
            <p:cNvCxnSpPr>
              <a:cxnSpLocks/>
            </p:cNvCxnSpPr>
            <p:nvPr/>
          </p:nvCxnSpPr>
          <p:spPr>
            <a:xfrm>
              <a:off x="5196952" y="2545967"/>
              <a:ext cx="382896"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C9F7D590-8E5A-072E-5785-2FBF9E8C8724}"/>
                </a:ext>
              </a:extLst>
            </p:cNvPr>
            <p:cNvSpPr>
              <a:spLocks noChangeAspect="1"/>
            </p:cNvSpPr>
            <p:nvPr/>
          </p:nvSpPr>
          <p:spPr>
            <a:xfrm>
              <a:off x="6178678" y="1770013"/>
              <a:ext cx="297439" cy="297440"/>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sz="1200"/>
            </a:p>
          </p:txBody>
        </p:sp>
        <p:cxnSp>
          <p:nvCxnSpPr>
            <p:cNvPr id="212" name="Straight Connector 211">
              <a:extLst>
                <a:ext uri="{FF2B5EF4-FFF2-40B4-BE49-F238E27FC236}">
                  <a16:creationId xmlns:a16="http://schemas.microsoft.com/office/drawing/2014/main" id="{6AFB1740-9CE1-773D-BD73-388B2BDF66F4}"/>
                </a:ext>
              </a:extLst>
            </p:cNvPr>
            <p:cNvCxnSpPr>
              <a:cxnSpLocks/>
              <a:stCxn id="207" idx="6"/>
              <a:endCxn id="211" idx="2"/>
            </p:cNvCxnSpPr>
            <p:nvPr/>
          </p:nvCxnSpPr>
          <p:spPr>
            <a:xfrm flipV="1">
              <a:off x="5818729" y="1918733"/>
              <a:ext cx="359949" cy="1015"/>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3" name="Oval 212">
              <a:extLst>
                <a:ext uri="{FF2B5EF4-FFF2-40B4-BE49-F238E27FC236}">
                  <a16:creationId xmlns:a16="http://schemas.microsoft.com/office/drawing/2014/main" id="{E743E160-8E29-35FF-6D67-209FE9DA1C4E}"/>
                </a:ext>
              </a:extLst>
            </p:cNvPr>
            <p:cNvSpPr>
              <a:spLocks noChangeAspect="1"/>
            </p:cNvSpPr>
            <p:nvPr/>
          </p:nvSpPr>
          <p:spPr>
            <a:xfrm flipV="1">
              <a:off x="6098979"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214" name="Straight Connector 213">
              <a:extLst>
                <a:ext uri="{FF2B5EF4-FFF2-40B4-BE49-F238E27FC236}">
                  <a16:creationId xmlns:a16="http://schemas.microsoft.com/office/drawing/2014/main" id="{9E8B2C69-224D-E081-8945-D9895BCDE3BC}"/>
                </a:ext>
              </a:extLst>
            </p:cNvPr>
            <p:cNvCxnSpPr>
              <a:cxnSpLocks/>
              <a:stCxn id="209" idx="5"/>
              <a:endCxn id="213" idx="3"/>
            </p:cNvCxnSpPr>
            <p:nvPr/>
          </p:nvCxnSpPr>
          <p:spPr>
            <a:xfrm>
              <a:off x="5831215" y="2651128"/>
              <a:ext cx="310329" cy="479521"/>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5" name="Oval 214">
              <a:extLst>
                <a:ext uri="{FF2B5EF4-FFF2-40B4-BE49-F238E27FC236}">
                  <a16:creationId xmlns:a16="http://schemas.microsoft.com/office/drawing/2014/main" id="{FC144754-C4BE-5EDC-F254-3EACADFFF2EA}"/>
                </a:ext>
              </a:extLst>
            </p:cNvPr>
            <p:cNvSpPr>
              <a:spLocks noChangeAspect="1"/>
            </p:cNvSpPr>
            <p:nvPr/>
          </p:nvSpPr>
          <p:spPr>
            <a:xfrm flipV="1">
              <a:off x="6761332"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216" name="Straight Connector 215">
              <a:extLst>
                <a:ext uri="{FF2B5EF4-FFF2-40B4-BE49-F238E27FC236}">
                  <a16:creationId xmlns:a16="http://schemas.microsoft.com/office/drawing/2014/main" id="{84AAC759-1E79-AC3D-0CCC-7704CC9DEA38}"/>
                </a:ext>
              </a:extLst>
            </p:cNvPr>
            <p:cNvCxnSpPr>
              <a:cxnSpLocks/>
              <a:stCxn id="213" idx="6"/>
              <a:endCxn id="215" idx="2"/>
            </p:cNvCxnSpPr>
            <p:nvPr/>
          </p:nvCxnSpPr>
          <p:spPr>
            <a:xfrm flipV="1">
              <a:off x="6389629"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7" name="Oval 216">
              <a:extLst>
                <a:ext uri="{FF2B5EF4-FFF2-40B4-BE49-F238E27FC236}">
                  <a16:creationId xmlns:a16="http://schemas.microsoft.com/office/drawing/2014/main" id="{AF842DC0-A8F7-7E3B-E5CF-4A6E8AD6D21B}"/>
                </a:ext>
              </a:extLst>
            </p:cNvPr>
            <p:cNvSpPr>
              <a:spLocks noChangeAspect="1"/>
            </p:cNvSpPr>
            <p:nvPr/>
          </p:nvSpPr>
          <p:spPr>
            <a:xfrm flipV="1">
              <a:off x="7423684" y="3088084"/>
              <a:ext cx="290651" cy="290651"/>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1200"/>
            </a:p>
          </p:txBody>
        </p:sp>
        <p:cxnSp>
          <p:nvCxnSpPr>
            <p:cNvPr id="218" name="Straight Connector 217">
              <a:extLst>
                <a:ext uri="{FF2B5EF4-FFF2-40B4-BE49-F238E27FC236}">
                  <a16:creationId xmlns:a16="http://schemas.microsoft.com/office/drawing/2014/main" id="{A14F43E6-EFBE-4A4A-B6EF-7E6C718D99A3}"/>
                </a:ext>
              </a:extLst>
            </p:cNvPr>
            <p:cNvCxnSpPr>
              <a:cxnSpLocks/>
              <a:stCxn id="215" idx="6"/>
              <a:endCxn id="217" idx="2"/>
            </p:cNvCxnSpPr>
            <p:nvPr/>
          </p:nvCxnSpPr>
          <p:spPr>
            <a:xfrm flipV="1">
              <a:off x="7051982" y="3233409"/>
              <a:ext cx="371702" cy="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9" name="Straight Connector 218">
              <a:extLst>
                <a:ext uri="{FF2B5EF4-FFF2-40B4-BE49-F238E27FC236}">
                  <a16:creationId xmlns:a16="http://schemas.microsoft.com/office/drawing/2014/main" id="{EBA218DF-BAF6-D382-F33B-322CE3A3486A}"/>
                </a:ext>
              </a:extLst>
            </p:cNvPr>
            <p:cNvCxnSpPr>
              <a:cxnSpLocks/>
            </p:cNvCxnSpPr>
            <p:nvPr/>
          </p:nvCxnSpPr>
          <p:spPr>
            <a:xfrm flipV="1">
              <a:off x="5882040" y="2543598"/>
              <a:ext cx="918520" cy="236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20" name="Straight Connector 219">
              <a:extLst>
                <a:ext uri="{FF2B5EF4-FFF2-40B4-BE49-F238E27FC236}">
                  <a16:creationId xmlns:a16="http://schemas.microsoft.com/office/drawing/2014/main" id="{88239CFA-4FC2-4448-5B3B-A4C8FF4901DC}"/>
                </a:ext>
              </a:extLst>
            </p:cNvPr>
            <p:cNvCxnSpPr>
              <a:cxnSpLocks/>
              <a:endCxn id="211" idx="5"/>
            </p:cNvCxnSpPr>
            <p:nvPr/>
          </p:nvCxnSpPr>
          <p:spPr>
            <a:xfrm flipH="1" flipV="1">
              <a:off x="6432558" y="2023894"/>
              <a:ext cx="411561" cy="414543"/>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21" name="Down Arrow Callout 2">
              <a:extLst>
                <a:ext uri="{FF2B5EF4-FFF2-40B4-BE49-F238E27FC236}">
                  <a16:creationId xmlns:a16="http://schemas.microsoft.com/office/drawing/2014/main" id="{5ED3025F-917C-384C-DA33-C59251EC60B5}"/>
                </a:ext>
              </a:extLst>
            </p:cNvPr>
            <p:cNvSpPr/>
            <p:nvPr/>
          </p:nvSpPr>
          <p:spPr>
            <a:xfrm>
              <a:off x="7783921" y="1973832"/>
              <a:ext cx="626070" cy="369332"/>
            </a:xfrm>
            <a:prstGeom prst="downArrowCallout">
              <a:avLst/>
            </a:prstGeom>
            <a:solidFill>
              <a:srgbClr val="FFC261"/>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solidFill>
                    <a:schemeClr val="tx1"/>
                  </a:solidFill>
                </a:rPr>
                <a:t>main</a:t>
              </a:r>
              <a:endParaRPr lang="en-US" sz="1000" dirty="0">
                <a:solidFill>
                  <a:schemeClr val="tx1"/>
                </a:solidFill>
              </a:endParaRPr>
            </a:p>
          </p:txBody>
        </p:sp>
        <p:sp>
          <p:nvSpPr>
            <p:cNvPr id="222" name="Oval 221">
              <a:extLst>
                <a:ext uri="{FF2B5EF4-FFF2-40B4-BE49-F238E27FC236}">
                  <a16:creationId xmlns:a16="http://schemas.microsoft.com/office/drawing/2014/main" id="{03361C1A-3935-8532-2004-6568E79C5288}"/>
                </a:ext>
              </a:extLst>
            </p:cNvPr>
            <p:cNvSpPr>
              <a:spLocks noChangeAspect="1"/>
            </p:cNvSpPr>
            <p:nvPr/>
          </p:nvSpPr>
          <p:spPr>
            <a:xfrm>
              <a:off x="7948948" y="2397098"/>
              <a:ext cx="297439" cy="297440"/>
            </a:xfrm>
            <a:prstGeom prst="ellipse">
              <a:avLst/>
            </a:prstGeom>
            <a:gradFill>
              <a:gsLst>
                <a:gs pos="21000">
                  <a:schemeClr val="accent6"/>
                </a:gs>
                <a:gs pos="53000">
                  <a:schemeClr val="accent4"/>
                </a:gs>
                <a:gs pos="85000">
                  <a:schemeClr val="accent5"/>
                </a:gs>
              </a:gsLst>
              <a:lin ang="10800000" scaled="1"/>
            </a:grad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223" name="Straight Connector 222">
              <a:extLst>
                <a:ext uri="{FF2B5EF4-FFF2-40B4-BE49-F238E27FC236}">
                  <a16:creationId xmlns:a16="http://schemas.microsoft.com/office/drawing/2014/main" id="{65AAEB50-3AF0-93FA-44A5-CB284EFBF97A}"/>
                </a:ext>
              </a:extLst>
            </p:cNvPr>
            <p:cNvCxnSpPr>
              <a:cxnSpLocks/>
              <a:endCxn id="222" idx="2"/>
            </p:cNvCxnSpPr>
            <p:nvPr/>
          </p:nvCxnSpPr>
          <p:spPr>
            <a:xfrm>
              <a:off x="7097999" y="2543598"/>
              <a:ext cx="850949" cy="222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24" name="Straight Connector 223">
              <a:extLst>
                <a:ext uri="{FF2B5EF4-FFF2-40B4-BE49-F238E27FC236}">
                  <a16:creationId xmlns:a16="http://schemas.microsoft.com/office/drawing/2014/main" id="{4ACC0C12-3AE0-72F1-299C-4384B24E31B3}"/>
                </a:ext>
              </a:extLst>
            </p:cNvPr>
            <p:cNvCxnSpPr>
              <a:cxnSpLocks/>
              <a:stCxn id="222" idx="3"/>
              <a:endCxn id="217" idx="5"/>
            </p:cNvCxnSpPr>
            <p:nvPr/>
          </p:nvCxnSpPr>
          <p:spPr>
            <a:xfrm flipH="1">
              <a:off x="7671770" y="2650979"/>
              <a:ext cx="320737" cy="47967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4527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6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1"/>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76"/>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77"/>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3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00"/>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10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101" grpId="0"/>
      <p:bldP spid="101"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21B0C-B4A6-16B1-FDD7-4F6814567A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08BE7-1B68-CBE3-1D63-05B642791A39}"/>
              </a:ext>
            </a:extLst>
          </p:cNvPr>
          <p:cNvSpPr>
            <a:spLocks noGrp="1"/>
          </p:cNvSpPr>
          <p:nvPr>
            <p:ph type="title"/>
          </p:nvPr>
        </p:nvSpPr>
        <p:spPr>
          <a:xfrm>
            <a:off x="795528" y="480949"/>
            <a:ext cx="10515600" cy="1325563"/>
          </a:xfrm>
        </p:spPr>
        <p:txBody>
          <a:bodyPr>
            <a:normAutofit/>
          </a:bodyPr>
          <a:lstStyle/>
          <a:p>
            <a:r>
              <a:rPr lang="en-GB" sz="3200" b="1" dirty="0">
                <a:solidFill>
                  <a:srgbClr val="1D609D"/>
                </a:solidFill>
                <a:latin typeface="Arial" panose="020B0604020202020204" pitchFamily="34" charset="0"/>
                <a:cs typeface="Arial" panose="020B0604020202020204" pitchFamily="34" charset="0"/>
              </a:rPr>
              <a:t>File states</a:t>
            </a:r>
          </a:p>
        </p:txBody>
      </p:sp>
      <p:grpSp>
        <p:nvGrpSpPr>
          <p:cNvPr id="15" name="Group 14">
            <a:extLst>
              <a:ext uri="{FF2B5EF4-FFF2-40B4-BE49-F238E27FC236}">
                <a16:creationId xmlns:a16="http://schemas.microsoft.com/office/drawing/2014/main" id="{BE8E2968-5D53-11B6-03E4-9008BDF4C43B}"/>
              </a:ext>
            </a:extLst>
          </p:cNvPr>
          <p:cNvGrpSpPr/>
          <p:nvPr/>
        </p:nvGrpSpPr>
        <p:grpSpPr>
          <a:xfrm>
            <a:off x="180014" y="2283802"/>
            <a:ext cx="11717675" cy="3494187"/>
            <a:chOff x="180014" y="2486025"/>
            <a:chExt cx="11717675" cy="3494187"/>
          </a:xfrm>
        </p:grpSpPr>
        <p:sp>
          <p:nvSpPr>
            <p:cNvPr id="3" name="Rectangle 2">
              <a:extLst>
                <a:ext uri="{FF2B5EF4-FFF2-40B4-BE49-F238E27FC236}">
                  <a16:creationId xmlns:a16="http://schemas.microsoft.com/office/drawing/2014/main" id="{F56595CE-CEE1-6B38-85EE-6E4FB8DA8A6C}"/>
                </a:ext>
              </a:extLst>
            </p:cNvPr>
            <p:cNvSpPr/>
            <p:nvPr/>
          </p:nvSpPr>
          <p:spPr>
            <a:xfrm>
              <a:off x="1774805" y="2486025"/>
              <a:ext cx="1943100" cy="94297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Working directory</a:t>
              </a:r>
            </a:p>
          </p:txBody>
        </p:sp>
        <p:sp>
          <p:nvSpPr>
            <p:cNvPr id="4" name="Rectangle 3">
              <a:extLst>
                <a:ext uri="{FF2B5EF4-FFF2-40B4-BE49-F238E27FC236}">
                  <a16:creationId xmlns:a16="http://schemas.microsoft.com/office/drawing/2014/main" id="{6E1E61B9-AA16-6D4E-0781-0B7338478896}"/>
                </a:ext>
              </a:extLst>
            </p:cNvPr>
            <p:cNvSpPr/>
            <p:nvPr/>
          </p:nvSpPr>
          <p:spPr>
            <a:xfrm>
              <a:off x="5714859" y="2486025"/>
              <a:ext cx="1943100" cy="9429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GB">
                  <a:cs typeface="Calibri"/>
                </a:rPr>
                <a:t>Staging area</a:t>
              </a:r>
              <a:endParaRPr lang="en-GB"/>
            </a:p>
          </p:txBody>
        </p:sp>
        <p:sp>
          <p:nvSpPr>
            <p:cNvPr id="5" name="Rectangle 4">
              <a:extLst>
                <a:ext uri="{FF2B5EF4-FFF2-40B4-BE49-F238E27FC236}">
                  <a16:creationId xmlns:a16="http://schemas.microsoft.com/office/drawing/2014/main" id="{73F206B5-AC97-35E3-A167-F8EBABE18AD9}"/>
                </a:ext>
              </a:extLst>
            </p:cNvPr>
            <p:cNvSpPr/>
            <p:nvPr/>
          </p:nvSpPr>
          <p:spPr>
            <a:xfrm>
              <a:off x="9882845" y="2486025"/>
              <a:ext cx="1943100" cy="94297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Commit history</a:t>
              </a:r>
              <a:endParaRPr lang="en-GB" dirty="0"/>
            </a:p>
          </p:txBody>
        </p:sp>
        <p:cxnSp>
          <p:nvCxnSpPr>
            <p:cNvPr id="7" name="Straight Arrow Connector 6">
              <a:extLst>
                <a:ext uri="{FF2B5EF4-FFF2-40B4-BE49-F238E27FC236}">
                  <a16:creationId xmlns:a16="http://schemas.microsoft.com/office/drawing/2014/main" id="{B336C4F5-F787-29C0-843B-D7A16C4DBA4B}"/>
                </a:ext>
              </a:extLst>
            </p:cNvPr>
            <p:cNvCxnSpPr/>
            <p:nvPr/>
          </p:nvCxnSpPr>
          <p:spPr>
            <a:xfrm>
              <a:off x="8060122" y="3003724"/>
              <a:ext cx="1352550" cy="9525"/>
            </a:xfrm>
            <a:prstGeom prst="straightConnector1">
              <a:avLst/>
            </a:prstGeom>
            <a:ln w="101600">
              <a:gradFill flip="none" rotWithShape="1">
                <a:gsLst>
                  <a:gs pos="0">
                    <a:schemeClr val="accent2"/>
                  </a:gs>
                  <a:gs pos="27000">
                    <a:schemeClr val="accent2"/>
                  </a:gs>
                  <a:gs pos="51000">
                    <a:srgbClr val="7030A0"/>
                  </a:gs>
                  <a:gs pos="100000">
                    <a:srgbClr val="7030A0"/>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3DE61FF-8C56-6FBA-5586-F7119EECAAA7}"/>
                </a:ext>
              </a:extLst>
            </p:cNvPr>
            <p:cNvSpPr txBox="1"/>
            <p:nvPr/>
          </p:nvSpPr>
          <p:spPr>
            <a:xfrm>
              <a:off x="1503342" y="3671888"/>
              <a:ext cx="24860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dirty="0">
                  <a:cs typeface="Calibri"/>
                </a:rPr>
                <a:t>The project directory in your file system containing your saved files.</a:t>
              </a:r>
            </a:p>
          </p:txBody>
        </p:sp>
        <p:sp>
          <p:nvSpPr>
            <p:cNvPr id="9" name="TextBox 8">
              <a:extLst>
                <a:ext uri="{FF2B5EF4-FFF2-40B4-BE49-F238E27FC236}">
                  <a16:creationId xmlns:a16="http://schemas.microsoft.com/office/drawing/2014/main" id="{ECCE1F69-CC65-8632-2C18-48CE12161DAE}"/>
                </a:ext>
              </a:extLst>
            </p:cNvPr>
            <p:cNvSpPr txBox="1"/>
            <p:nvPr/>
          </p:nvSpPr>
          <p:spPr>
            <a:xfrm>
              <a:off x="9811100" y="3671888"/>
              <a:ext cx="2086589"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dirty="0">
                  <a:cs typeface="Calibri"/>
                </a:rPr>
                <a:t>Stored commits - snapshots of the project.</a:t>
              </a:r>
            </a:p>
            <a:p>
              <a:pPr algn="ctr"/>
              <a:endParaRPr lang="en-GB" dirty="0">
                <a:cs typeface="Calibri"/>
              </a:endParaRPr>
            </a:p>
            <a:p>
              <a:pPr algn="ctr"/>
              <a:r>
                <a:rPr lang="en-GB" dirty="0">
                  <a:cs typeface="Calibri"/>
                </a:rPr>
                <a:t>Saved in the .git directory.</a:t>
              </a:r>
            </a:p>
            <a:p>
              <a:pPr algn="ctr"/>
              <a:endParaRPr lang="en-GB" dirty="0">
                <a:cs typeface="Calibri"/>
              </a:endParaRPr>
            </a:p>
          </p:txBody>
        </p:sp>
        <p:sp>
          <p:nvSpPr>
            <p:cNvPr id="10" name="TextBox 9">
              <a:extLst>
                <a:ext uri="{FF2B5EF4-FFF2-40B4-BE49-F238E27FC236}">
                  <a16:creationId xmlns:a16="http://schemas.microsoft.com/office/drawing/2014/main" id="{F087A899-8827-DE85-424E-C2E40DF92B87}"/>
                </a:ext>
              </a:extLst>
            </p:cNvPr>
            <p:cNvSpPr txBox="1"/>
            <p:nvPr/>
          </p:nvSpPr>
          <p:spPr>
            <a:xfrm>
              <a:off x="5576746" y="3671888"/>
              <a:ext cx="2352675"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dirty="0">
                  <a:cs typeface="Calibri"/>
                </a:rPr>
                <a:t>Modified files marked to be added to the next commit.</a:t>
              </a:r>
            </a:p>
            <a:p>
              <a:pPr algn="ctr"/>
              <a:endParaRPr lang="en-GB" dirty="0">
                <a:cs typeface="Calibri"/>
              </a:endParaRPr>
            </a:p>
            <a:p>
              <a:pPr algn="ctr"/>
              <a:r>
                <a:rPr lang="en-GB" dirty="0">
                  <a:cs typeface="Calibri"/>
                </a:rPr>
                <a:t>Can be all modified files or a selection.</a:t>
              </a:r>
            </a:p>
            <a:p>
              <a:pPr algn="ctr"/>
              <a:endParaRPr lang="en-GB" dirty="0">
                <a:cs typeface="Calibri"/>
              </a:endParaRPr>
            </a:p>
            <a:p>
              <a:pPr algn="ctr"/>
              <a:r>
                <a:rPr lang="en-GB" dirty="0">
                  <a:cs typeface="Calibri"/>
                </a:rPr>
                <a:t>Files can be </a:t>
              </a:r>
              <a:r>
                <a:rPr lang="en-GB" dirty="0" err="1">
                  <a:cs typeface="Calibri"/>
                </a:rPr>
                <a:t>unstaged</a:t>
              </a:r>
              <a:r>
                <a:rPr lang="en-GB" dirty="0">
                  <a:cs typeface="Calibri"/>
                </a:rPr>
                <a:t>.</a:t>
              </a:r>
            </a:p>
          </p:txBody>
        </p:sp>
        <p:cxnSp>
          <p:nvCxnSpPr>
            <p:cNvPr id="11" name="Straight Arrow Connector 10">
              <a:extLst>
                <a:ext uri="{FF2B5EF4-FFF2-40B4-BE49-F238E27FC236}">
                  <a16:creationId xmlns:a16="http://schemas.microsoft.com/office/drawing/2014/main" id="{05A5D0DA-F895-53BA-EF80-2A4F230FE928}"/>
                </a:ext>
              </a:extLst>
            </p:cNvPr>
            <p:cNvCxnSpPr>
              <a:cxnSpLocks/>
            </p:cNvCxnSpPr>
            <p:nvPr/>
          </p:nvCxnSpPr>
          <p:spPr>
            <a:xfrm>
              <a:off x="4064921" y="3027923"/>
              <a:ext cx="1247775" cy="9525"/>
            </a:xfrm>
            <a:prstGeom prst="straightConnector1">
              <a:avLst/>
            </a:prstGeom>
            <a:ln w="101600">
              <a:gradFill flip="none" rotWithShape="1">
                <a:gsLst>
                  <a:gs pos="0">
                    <a:srgbClr val="00B050"/>
                  </a:gs>
                  <a:gs pos="50000">
                    <a:schemeClr val="accent2"/>
                  </a:gs>
                  <a:gs pos="83000">
                    <a:schemeClr val="accent2"/>
                  </a:gs>
                  <a:gs pos="100000">
                    <a:schemeClr val="accent2"/>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2B66435-32D5-210B-E27C-7FF6888EC57E}"/>
                </a:ext>
              </a:extLst>
            </p:cNvPr>
            <p:cNvSpPr txBox="1"/>
            <p:nvPr/>
          </p:nvSpPr>
          <p:spPr>
            <a:xfrm>
              <a:off x="8270300" y="2486025"/>
              <a:ext cx="928459" cy="369332"/>
            </a:xfrm>
            <a:prstGeom prst="rect">
              <a:avLst/>
            </a:prstGeom>
            <a:noFill/>
          </p:spPr>
          <p:txBody>
            <a:bodyPr wrap="none" rtlCol="0">
              <a:spAutoFit/>
            </a:bodyPr>
            <a:lstStyle/>
            <a:p>
              <a:r>
                <a:rPr lang="en-US" dirty="0"/>
                <a:t>Commit</a:t>
              </a:r>
            </a:p>
          </p:txBody>
        </p:sp>
        <p:sp>
          <p:nvSpPr>
            <p:cNvPr id="14" name="TextBox 13">
              <a:extLst>
                <a:ext uri="{FF2B5EF4-FFF2-40B4-BE49-F238E27FC236}">
                  <a16:creationId xmlns:a16="http://schemas.microsoft.com/office/drawing/2014/main" id="{49B0AC90-22F1-B7B8-57A8-5F5F27CC3E1F}"/>
                </a:ext>
              </a:extLst>
            </p:cNvPr>
            <p:cNvSpPr txBox="1"/>
            <p:nvPr/>
          </p:nvSpPr>
          <p:spPr>
            <a:xfrm>
              <a:off x="4339962" y="2500699"/>
              <a:ext cx="697692" cy="369332"/>
            </a:xfrm>
            <a:prstGeom prst="rect">
              <a:avLst/>
            </a:prstGeom>
            <a:noFill/>
          </p:spPr>
          <p:txBody>
            <a:bodyPr wrap="none" rtlCol="0">
              <a:spAutoFit/>
            </a:bodyPr>
            <a:lstStyle/>
            <a:p>
              <a:r>
                <a:rPr lang="en-US" dirty="0"/>
                <a:t>Stage</a:t>
              </a:r>
            </a:p>
          </p:txBody>
        </p:sp>
        <p:cxnSp>
          <p:nvCxnSpPr>
            <p:cNvPr id="6" name="Straight Arrow Connector 5">
              <a:extLst>
                <a:ext uri="{FF2B5EF4-FFF2-40B4-BE49-F238E27FC236}">
                  <a16:creationId xmlns:a16="http://schemas.microsoft.com/office/drawing/2014/main" id="{6D2AC904-8D18-23D3-8E5E-DF0A0175FBD6}"/>
                </a:ext>
              </a:extLst>
            </p:cNvPr>
            <p:cNvCxnSpPr>
              <a:cxnSpLocks/>
            </p:cNvCxnSpPr>
            <p:nvPr/>
          </p:nvCxnSpPr>
          <p:spPr>
            <a:xfrm>
              <a:off x="180014" y="3013249"/>
              <a:ext cx="1247775" cy="9525"/>
            </a:xfrm>
            <a:prstGeom prst="straightConnector1">
              <a:avLst/>
            </a:prstGeom>
            <a:ln w="101600">
              <a:gradFill flip="none" rotWithShape="1">
                <a:gsLst>
                  <a:gs pos="100000">
                    <a:srgbClr val="00B050"/>
                  </a:gs>
                  <a:gs pos="12000">
                    <a:schemeClr val="bg1"/>
                  </a:gs>
                  <a:gs pos="64000">
                    <a:schemeClr val="accent6"/>
                  </a:gs>
                  <a:gs pos="0">
                    <a:schemeClr val="bg1"/>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09E9B62-077E-A3D8-1DA8-7864D2FF6243}"/>
                </a:ext>
              </a:extLst>
            </p:cNvPr>
            <p:cNvSpPr txBox="1"/>
            <p:nvPr/>
          </p:nvSpPr>
          <p:spPr>
            <a:xfrm>
              <a:off x="455055" y="2486025"/>
              <a:ext cx="614592" cy="369332"/>
            </a:xfrm>
            <a:prstGeom prst="rect">
              <a:avLst/>
            </a:prstGeom>
            <a:noFill/>
          </p:spPr>
          <p:txBody>
            <a:bodyPr wrap="none" rtlCol="0">
              <a:spAutoFit/>
            </a:bodyPr>
            <a:lstStyle/>
            <a:p>
              <a:r>
                <a:rPr lang="en-US" dirty="0"/>
                <a:t>Save</a:t>
              </a:r>
            </a:p>
          </p:txBody>
        </p:sp>
      </p:grpSp>
    </p:spTree>
    <p:extLst>
      <p:ext uri="{BB962C8B-B14F-4D97-AF65-F5344CB8AC3E}">
        <p14:creationId xmlns:p14="http://schemas.microsoft.com/office/powerpoint/2010/main" val="1218045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F303F-2426-2A71-CC62-B2C22C4217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77910F-2759-442D-2B76-54B5BD3DE326}"/>
              </a:ext>
            </a:extLst>
          </p:cNvPr>
          <p:cNvSpPr>
            <a:spLocks noGrp="1"/>
          </p:cNvSpPr>
          <p:nvPr>
            <p:ph type="title"/>
          </p:nvPr>
        </p:nvSpPr>
        <p:spPr>
          <a:xfrm>
            <a:off x="795528" y="480949"/>
            <a:ext cx="10515600" cy="1325563"/>
          </a:xfrm>
        </p:spPr>
        <p:txBody>
          <a:bodyPr>
            <a:normAutofit/>
          </a:bodyPr>
          <a:lstStyle/>
          <a:p>
            <a:r>
              <a:rPr lang="en-GB" sz="3200" b="1" dirty="0">
                <a:solidFill>
                  <a:srgbClr val="1D609D"/>
                </a:solidFill>
                <a:latin typeface="Arial" panose="020B0604020202020204" pitchFamily="34" charset="0"/>
                <a:cs typeface="Arial" panose="020B0604020202020204" pitchFamily="34" charset="0"/>
              </a:rPr>
              <a:t>File states</a:t>
            </a:r>
          </a:p>
        </p:txBody>
      </p:sp>
      <p:grpSp>
        <p:nvGrpSpPr>
          <p:cNvPr id="3" name="Group 2">
            <a:extLst>
              <a:ext uri="{FF2B5EF4-FFF2-40B4-BE49-F238E27FC236}">
                <a16:creationId xmlns:a16="http://schemas.microsoft.com/office/drawing/2014/main" id="{E865F673-C453-D742-B4B9-D6A9743A1B47}"/>
              </a:ext>
            </a:extLst>
          </p:cNvPr>
          <p:cNvGrpSpPr/>
          <p:nvPr/>
        </p:nvGrpSpPr>
        <p:grpSpPr>
          <a:xfrm>
            <a:off x="180014" y="1533781"/>
            <a:ext cx="11898101" cy="5127463"/>
            <a:chOff x="180014" y="1146918"/>
            <a:chExt cx="11898101" cy="5127463"/>
          </a:xfrm>
        </p:grpSpPr>
        <p:pic>
          <p:nvPicPr>
            <p:cNvPr id="36" name="Picture 35">
              <a:extLst>
                <a:ext uri="{FF2B5EF4-FFF2-40B4-BE49-F238E27FC236}">
                  <a16:creationId xmlns:a16="http://schemas.microsoft.com/office/drawing/2014/main" id="{153C082F-CF91-A351-9D03-B423E8838A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0436" y="3060111"/>
              <a:ext cx="2711945" cy="2203053"/>
            </a:xfrm>
            <a:prstGeom prst="rect">
              <a:avLst/>
            </a:prstGeom>
            <a:ln>
              <a:solidFill>
                <a:schemeClr val="tx1"/>
              </a:solidFill>
            </a:ln>
          </p:spPr>
        </p:pic>
        <p:sp>
          <p:nvSpPr>
            <p:cNvPr id="41" name="Rectangle 40">
              <a:extLst>
                <a:ext uri="{FF2B5EF4-FFF2-40B4-BE49-F238E27FC236}">
                  <a16:creationId xmlns:a16="http://schemas.microsoft.com/office/drawing/2014/main" id="{60C8776B-E8E5-4ACF-3BDB-B453A1CA8441}"/>
                </a:ext>
              </a:extLst>
            </p:cNvPr>
            <p:cNvSpPr/>
            <p:nvPr/>
          </p:nvSpPr>
          <p:spPr>
            <a:xfrm>
              <a:off x="5887642" y="4475521"/>
              <a:ext cx="2885656" cy="1798860"/>
            </a:xfrm>
            <a:prstGeom prst="rect">
              <a:avLst/>
            </a:prstGeom>
            <a:solidFill>
              <a:schemeClr val="bg1"/>
            </a:solidFill>
            <a:ln w="66675">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7" descr="A screenshot of a computer&#10;&#10;Description automatically generated">
              <a:extLst>
                <a:ext uri="{FF2B5EF4-FFF2-40B4-BE49-F238E27FC236}">
                  <a16:creationId xmlns:a16="http://schemas.microsoft.com/office/drawing/2014/main" id="{3FFE2D13-614F-8A66-56E3-EACB34226B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13772" y="3056906"/>
              <a:ext cx="3065165" cy="2750055"/>
            </a:xfrm>
            <a:prstGeom prst="rect">
              <a:avLst/>
            </a:prstGeom>
            <a:ln>
              <a:solidFill>
                <a:schemeClr val="tx1"/>
              </a:solidFill>
            </a:ln>
          </p:spPr>
        </p:pic>
        <p:pic>
          <p:nvPicPr>
            <p:cNvPr id="32" name="Picture 31" descr="A screenshot of a computer&#10;&#10;Description automatically generated">
              <a:extLst>
                <a:ext uri="{FF2B5EF4-FFF2-40B4-BE49-F238E27FC236}">
                  <a16:creationId xmlns:a16="http://schemas.microsoft.com/office/drawing/2014/main" id="{F23B5A7F-EE9A-0F2A-8946-325AD52207A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40269" y="3068326"/>
              <a:ext cx="3737846" cy="1275697"/>
            </a:xfrm>
            <a:prstGeom prst="rect">
              <a:avLst/>
            </a:prstGeom>
            <a:ln>
              <a:solidFill>
                <a:schemeClr val="tx1"/>
              </a:solidFill>
            </a:ln>
          </p:spPr>
        </p:pic>
        <p:sp>
          <p:nvSpPr>
            <p:cNvPr id="33" name="Rectangle 32">
              <a:extLst>
                <a:ext uri="{FF2B5EF4-FFF2-40B4-BE49-F238E27FC236}">
                  <a16:creationId xmlns:a16="http://schemas.microsoft.com/office/drawing/2014/main" id="{C9A2460C-8089-A897-B5B6-1B2B0E2571B7}"/>
                </a:ext>
              </a:extLst>
            </p:cNvPr>
            <p:cNvSpPr/>
            <p:nvPr/>
          </p:nvSpPr>
          <p:spPr>
            <a:xfrm>
              <a:off x="6756799" y="3243956"/>
              <a:ext cx="210325" cy="21032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C869FB96-87D0-5B19-DB9C-5BFBAA548772}"/>
                </a:ext>
              </a:extLst>
            </p:cNvPr>
            <p:cNvSpPr/>
            <p:nvPr/>
          </p:nvSpPr>
          <p:spPr>
            <a:xfrm>
              <a:off x="6967125" y="3268029"/>
              <a:ext cx="1341416" cy="134124"/>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descr="A screenshot of a computer&#10;&#10;Description automatically generated">
              <a:extLst>
                <a:ext uri="{FF2B5EF4-FFF2-40B4-BE49-F238E27FC236}">
                  <a16:creationId xmlns:a16="http://schemas.microsoft.com/office/drawing/2014/main" id="{DD469EFE-A9A7-511B-13EE-7A04613693E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64921" y="1146918"/>
              <a:ext cx="1205678" cy="753550"/>
            </a:xfrm>
            <a:prstGeom prst="rect">
              <a:avLst/>
            </a:prstGeom>
            <a:ln>
              <a:solidFill>
                <a:schemeClr val="tx1"/>
              </a:solidFill>
            </a:ln>
          </p:spPr>
        </p:pic>
        <p:pic>
          <p:nvPicPr>
            <p:cNvPr id="24" name="Picture 23">
              <a:extLst>
                <a:ext uri="{FF2B5EF4-FFF2-40B4-BE49-F238E27FC236}">
                  <a16:creationId xmlns:a16="http://schemas.microsoft.com/office/drawing/2014/main" id="{280F27B8-34D8-EFBE-E71B-804920C8F78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79365" y="1402030"/>
              <a:ext cx="987865" cy="391030"/>
            </a:xfrm>
            <a:prstGeom prst="rect">
              <a:avLst/>
            </a:prstGeom>
            <a:ln>
              <a:solidFill>
                <a:schemeClr val="tx1"/>
              </a:solidFill>
            </a:ln>
          </p:spPr>
        </p:pic>
        <p:grpSp>
          <p:nvGrpSpPr>
            <p:cNvPr id="6" name="Group 5">
              <a:extLst>
                <a:ext uri="{FF2B5EF4-FFF2-40B4-BE49-F238E27FC236}">
                  <a16:creationId xmlns:a16="http://schemas.microsoft.com/office/drawing/2014/main" id="{27DD0361-3C01-9FB6-73A7-F6F217ED0A50}"/>
                </a:ext>
              </a:extLst>
            </p:cNvPr>
            <p:cNvGrpSpPr/>
            <p:nvPr/>
          </p:nvGrpSpPr>
          <p:grpSpPr>
            <a:xfrm>
              <a:off x="6096000" y="4487878"/>
              <a:ext cx="2788508" cy="1707120"/>
              <a:chOff x="1802673" y="2014800"/>
              <a:chExt cx="3682305" cy="2281307"/>
            </a:xfrm>
          </p:grpSpPr>
          <p:sp>
            <p:nvSpPr>
              <p:cNvPr id="8" name="Rectangle: Rounded Corners 24">
                <a:extLst>
                  <a:ext uri="{FF2B5EF4-FFF2-40B4-BE49-F238E27FC236}">
                    <a16:creationId xmlns:a16="http://schemas.microsoft.com/office/drawing/2014/main" id="{60F4A5C2-05C9-B28D-1E0E-728AD6C54E58}"/>
                  </a:ext>
                </a:extLst>
              </p:cNvPr>
              <p:cNvSpPr/>
              <p:nvPr/>
            </p:nvSpPr>
            <p:spPr>
              <a:xfrm>
                <a:off x="1802673" y="2147050"/>
                <a:ext cx="360000" cy="360000"/>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400" b="1"/>
                  <a:t>?</a:t>
                </a:r>
              </a:p>
            </p:txBody>
          </p:sp>
          <p:sp>
            <p:nvSpPr>
              <p:cNvPr id="9" name="Rectangle: Rounded Corners 25">
                <a:extLst>
                  <a:ext uri="{FF2B5EF4-FFF2-40B4-BE49-F238E27FC236}">
                    <a16:creationId xmlns:a16="http://schemas.microsoft.com/office/drawing/2014/main" id="{97C73ECE-2957-50D9-6E5B-04A70634E853}"/>
                  </a:ext>
                </a:extLst>
              </p:cNvPr>
              <p:cNvSpPr/>
              <p:nvPr/>
            </p:nvSpPr>
            <p:spPr>
              <a:xfrm>
                <a:off x="1802673" y="2591421"/>
                <a:ext cx="360000" cy="3600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a:t>M</a:t>
                </a:r>
              </a:p>
            </p:txBody>
          </p:sp>
          <p:sp>
            <p:nvSpPr>
              <p:cNvPr id="10" name="Rectangle: Rounded Corners 26">
                <a:extLst>
                  <a:ext uri="{FF2B5EF4-FFF2-40B4-BE49-F238E27FC236}">
                    <a16:creationId xmlns:a16="http://schemas.microsoft.com/office/drawing/2014/main" id="{26B33B76-7E30-B401-CF03-3838B9BE9B1E}"/>
                  </a:ext>
                </a:extLst>
              </p:cNvPr>
              <p:cNvSpPr/>
              <p:nvPr/>
            </p:nvSpPr>
            <p:spPr>
              <a:xfrm>
                <a:off x="1802673" y="3032468"/>
                <a:ext cx="360000" cy="360000"/>
              </a:xfrm>
              <a:prstGeom prst="roundRect">
                <a:avLst/>
              </a:prstGeom>
              <a:solidFill>
                <a:srgbClr val="00B050"/>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sz="1400" b="1"/>
                  <a:t>A</a:t>
                </a:r>
              </a:p>
            </p:txBody>
          </p:sp>
          <p:sp>
            <p:nvSpPr>
              <p:cNvPr id="12" name="Rectangle: Rounded Corners 27">
                <a:extLst>
                  <a:ext uri="{FF2B5EF4-FFF2-40B4-BE49-F238E27FC236}">
                    <a16:creationId xmlns:a16="http://schemas.microsoft.com/office/drawing/2014/main" id="{FFC07DF9-A62D-25FB-F605-931347525E48}"/>
                  </a:ext>
                </a:extLst>
              </p:cNvPr>
              <p:cNvSpPr/>
              <p:nvPr/>
            </p:nvSpPr>
            <p:spPr>
              <a:xfrm>
                <a:off x="1802673" y="3472203"/>
                <a:ext cx="360000" cy="360000"/>
              </a:xfrm>
              <a:prstGeom prst="round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sz="1400" b="1"/>
                  <a:t>D</a:t>
                </a:r>
              </a:p>
            </p:txBody>
          </p:sp>
          <p:sp>
            <p:nvSpPr>
              <p:cNvPr id="15" name="Rectangle: Rounded Corners 54">
                <a:extLst>
                  <a:ext uri="{FF2B5EF4-FFF2-40B4-BE49-F238E27FC236}">
                    <a16:creationId xmlns:a16="http://schemas.microsoft.com/office/drawing/2014/main" id="{8160F8CE-A8AE-289A-64BA-33FF16C4A47F}"/>
                  </a:ext>
                </a:extLst>
              </p:cNvPr>
              <p:cNvSpPr/>
              <p:nvPr/>
            </p:nvSpPr>
            <p:spPr>
              <a:xfrm>
                <a:off x="1802673" y="3913376"/>
                <a:ext cx="360000" cy="360000"/>
              </a:xfrm>
              <a:prstGeom prst="roundRect">
                <a:avLst/>
              </a:prstGeom>
              <a:solidFill>
                <a:srgbClr val="C62BC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a:t>R</a:t>
                </a:r>
              </a:p>
            </p:txBody>
          </p:sp>
          <p:sp>
            <p:nvSpPr>
              <p:cNvPr id="16" name="TextBox 15">
                <a:extLst>
                  <a:ext uri="{FF2B5EF4-FFF2-40B4-BE49-F238E27FC236}">
                    <a16:creationId xmlns:a16="http://schemas.microsoft.com/office/drawing/2014/main" id="{5CFF677C-2212-AA79-F177-6A726B099C20}"/>
                  </a:ext>
                </a:extLst>
              </p:cNvPr>
              <p:cNvSpPr txBox="1"/>
              <p:nvPr/>
            </p:nvSpPr>
            <p:spPr>
              <a:xfrm>
                <a:off x="2275888" y="2014800"/>
                <a:ext cx="3209090" cy="639824"/>
              </a:xfrm>
              <a:prstGeom prst="rect">
                <a:avLst/>
              </a:prstGeom>
              <a:noFill/>
            </p:spPr>
            <p:txBody>
              <a:bodyPr wrap="square" rtlCol="0">
                <a:spAutoFit/>
              </a:bodyPr>
              <a:lstStyle/>
              <a:p>
                <a:pPr lvl="0">
                  <a:lnSpc>
                    <a:spcPct val="107000"/>
                  </a:lnSpc>
                </a:pPr>
                <a:r>
                  <a:rPr lang="en-GB" sz="1200" dirty="0">
                    <a:latin typeface="Calibri" panose="020F0502020204030204" pitchFamily="34" charset="0"/>
                    <a:ea typeface="Calibri" panose="020F0502020204030204" pitchFamily="34" charset="0"/>
                    <a:cs typeface="Times New Roman" panose="02020603050405020304" pitchFamily="18" charset="0"/>
                  </a:rPr>
                  <a:t>U</a:t>
                </a:r>
                <a:r>
                  <a:rPr lang="en-GB" sz="1200" dirty="0">
                    <a:effectLst/>
                    <a:latin typeface="Calibri" panose="020F0502020204030204" pitchFamily="34" charset="0"/>
                    <a:ea typeface="Calibri" panose="020F0502020204030204" pitchFamily="34" charset="0"/>
                    <a:cs typeface="Times New Roman" panose="02020603050405020304" pitchFamily="18" charset="0"/>
                  </a:rPr>
                  <a:t>ntracked file – a file that has not yet been staged or committed</a:t>
                </a:r>
              </a:p>
            </p:txBody>
          </p:sp>
          <p:sp>
            <p:nvSpPr>
              <p:cNvPr id="18" name="TextBox 17">
                <a:extLst>
                  <a:ext uri="{FF2B5EF4-FFF2-40B4-BE49-F238E27FC236}">
                    <a16:creationId xmlns:a16="http://schemas.microsoft.com/office/drawing/2014/main" id="{C4E00520-B32D-97F4-3432-06676308213A}"/>
                  </a:ext>
                </a:extLst>
              </p:cNvPr>
              <p:cNvSpPr txBox="1"/>
              <p:nvPr/>
            </p:nvSpPr>
            <p:spPr>
              <a:xfrm>
                <a:off x="2275889" y="2600822"/>
                <a:ext cx="1295913" cy="375737"/>
              </a:xfrm>
              <a:prstGeom prst="rect">
                <a:avLst/>
              </a:prstGeom>
              <a:noFill/>
            </p:spPr>
            <p:txBody>
              <a:bodyPr wrap="none" rtlCol="0">
                <a:spAutoFit/>
              </a:bodyPr>
              <a:lstStyle/>
              <a:p>
                <a:pPr lvl="0">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Modified file</a:t>
                </a:r>
              </a:p>
            </p:txBody>
          </p:sp>
          <p:sp>
            <p:nvSpPr>
              <p:cNvPr id="19" name="TextBox 18">
                <a:extLst>
                  <a:ext uri="{FF2B5EF4-FFF2-40B4-BE49-F238E27FC236}">
                    <a16:creationId xmlns:a16="http://schemas.microsoft.com/office/drawing/2014/main" id="{01A5C821-9E45-8B0D-CE06-5C1260A0CC50}"/>
                  </a:ext>
                </a:extLst>
              </p:cNvPr>
              <p:cNvSpPr txBox="1"/>
              <p:nvPr/>
            </p:nvSpPr>
            <p:spPr>
              <a:xfrm>
                <a:off x="2275889" y="3040719"/>
                <a:ext cx="2677260" cy="375737"/>
              </a:xfrm>
              <a:prstGeom prst="rect">
                <a:avLst/>
              </a:prstGeom>
              <a:noFill/>
            </p:spPr>
            <p:txBody>
              <a:bodyPr wrap="none" rtlCol="0">
                <a:spAutoFit/>
              </a:bodyPr>
              <a:lstStyle/>
              <a:p>
                <a:pPr lvl="0">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File added to the staging area</a:t>
                </a:r>
              </a:p>
            </p:txBody>
          </p:sp>
          <p:sp>
            <p:nvSpPr>
              <p:cNvPr id="20" name="TextBox 19">
                <a:extLst>
                  <a:ext uri="{FF2B5EF4-FFF2-40B4-BE49-F238E27FC236}">
                    <a16:creationId xmlns:a16="http://schemas.microsoft.com/office/drawing/2014/main" id="{4E541BB4-C467-A59C-1970-47590F92C681}"/>
                  </a:ext>
                </a:extLst>
              </p:cNvPr>
              <p:cNvSpPr txBox="1"/>
              <p:nvPr/>
            </p:nvSpPr>
            <p:spPr>
              <a:xfrm>
                <a:off x="2275889" y="3482926"/>
                <a:ext cx="1193121" cy="370167"/>
              </a:xfrm>
              <a:prstGeom prst="rect">
                <a:avLst/>
              </a:prstGeom>
              <a:noFill/>
            </p:spPr>
            <p:txBody>
              <a:bodyPr wrap="none" rtlCol="0">
                <a:spAutoFit/>
              </a:bodyPr>
              <a:lstStyle/>
              <a:p>
                <a:r>
                  <a:rPr lang="en-GB" sz="1200" dirty="0">
                    <a:effectLst/>
                    <a:latin typeface="Calibri" panose="020F0502020204030204" pitchFamily="34" charset="0"/>
                    <a:ea typeface="Calibri" panose="020F0502020204030204" pitchFamily="34" charset="0"/>
                    <a:cs typeface="Times New Roman" panose="02020603050405020304" pitchFamily="18" charset="0"/>
                  </a:rPr>
                  <a:t>Deleted file</a:t>
                </a:r>
              </a:p>
            </p:txBody>
          </p:sp>
          <p:sp>
            <p:nvSpPr>
              <p:cNvPr id="22" name="TextBox 21">
                <a:extLst>
                  <a:ext uri="{FF2B5EF4-FFF2-40B4-BE49-F238E27FC236}">
                    <a16:creationId xmlns:a16="http://schemas.microsoft.com/office/drawing/2014/main" id="{810C5480-CB5F-14EB-3F37-CB367EA86278}"/>
                  </a:ext>
                </a:extLst>
              </p:cNvPr>
              <p:cNvSpPr txBox="1"/>
              <p:nvPr/>
            </p:nvSpPr>
            <p:spPr>
              <a:xfrm>
                <a:off x="2275889" y="3925940"/>
                <a:ext cx="1328342" cy="370167"/>
              </a:xfrm>
              <a:prstGeom prst="rect">
                <a:avLst/>
              </a:prstGeom>
              <a:noFill/>
            </p:spPr>
            <p:txBody>
              <a:bodyPr wrap="none" rtlCol="0">
                <a:spAutoFit/>
              </a:bodyPr>
              <a:lstStyle/>
              <a:p>
                <a:r>
                  <a:rPr lang="en-GB" sz="1200" dirty="0">
                    <a:latin typeface="Calibri" panose="020F0502020204030204" pitchFamily="34" charset="0"/>
                    <a:ea typeface="Calibri" panose="020F0502020204030204" pitchFamily="34" charset="0"/>
                    <a:cs typeface="Times New Roman" panose="02020603050405020304" pitchFamily="18" charset="0"/>
                  </a:rPr>
                  <a:t>Renamed file</a:t>
                </a:r>
                <a:endParaRPr lang="en-GB" sz="1200" dirty="0"/>
              </a:p>
            </p:txBody>
          </p:sp>
        </p:grpSp>
        <p:sp>
          <p:nvSpPr>
            <p:cNvPr id="23" name="Rectangle 22">
              <a:extLst>
                <a:ext uri="{FF2B5EF4-FFF2-40B4-BE49-F238E27FC236}">
                  <a16:creationId xmlns:a16="http://schemas.microsoft.com/office/drawing/2014/main" id="{D998D5EB-F618-A194-6720-D7DD81485111}"/>
                </a:ext>
              </a:extLst>
            </p:cNvPr>
            <p:cNvSpPr/>
            <p:nvPr/>
          </p:nvSpPr>
          <p:spPr>
            <a:xfrm>
              <a:off x="1774805" y="1897019"/>
              <a:ext cx="1943100" cy="94297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Working directory</a:t>
              </a:r>
            </a:p>
          </p:txBody>
        </p:sp>
        <p:sp>
          <p:nvSpPr>
            <p:cNvPr id="26" name="Rectangle 25">
              <a:extLst>
                <a:ext uri="{FF2B5EF4-FFF2-40B4-BE49-F238E27FC236}">
                  <a16:creationId xmlns:a16="http://schemas.microsoft.com/office/drawing/2014/main" id="{1A3A5A7C-86E2-3765-2885-0AC95CAD540D}"/>
                </a:ext>
              </a:extLst>
            </p:cNvPr>
            <p:cNvSpPr/>
            <p:nvPr/>
          </p:nvSpPr>
          <p:spPr>
            <a:xfrm>
              <a:off x="5714859" y="1897019"/>
              <a:ext cx="1943100" cy="9429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GB">
                  <a:cs typeface="Calibri"/>
                </a:rPr>
                <a:t>Staging area</a:t>
              </a:r>
              <a:endParaRPr lang="en-GB"/>
            </a:p>
          </p:txBody>
        </p:sp>
        <p:sp>
          <p:nvSpPr>
            <p:cNvPr id="27" name="Rectangle 26">
              <a:extLst>
                <a:ext uri="{FF2B5EF4-FFF2-40B4-BE49-F238E27FC236}">
                  <a16:creationId xmlns:a16="http://schemas.microsoft.com/office/drawing/2014/main" id="{17646D83-F969-678D-BC13-79675B884A2D}"/>
                </a:ext>
              </a:extLst>
            </p:cNvPr>
            <p:cNvSpPr/>
            <p:nvPr/>
          </p:nvSpPr>
          <p:spPr>
            <a:xfrm>
              <a:off x="9882845" y="1897019"/>
              <a:ext cx="1943100" cy="94297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Commit history</a:t>
              </a:r>
              <a:endParaRPr lang="en-GB" dirty="0"/>
            </a:p>
          </p:txBody>
        </p:sp>
        <p:cxnSp>
          <p:nvCxnSpPr>
            <p:cNvPr id="29" name="Straight Arrow Connector 28">
              <a:extLst>
                <a:ext uri="{FF2B5EF4-FFF2-40B4-BE49-F238E27FC236}">
                  <a16:creationId xmlns:a16="http://schemas.microsoft.com/office/drawing/2014/main" id="{F75EDC2D-DFBC-70AE-1EBA-1F155FF98D5C}"/>
                </a:ext>
              </a:extLst>
            </p:cNvPr>
            <p:cNvCxnSpPr/>
            <p:nvPr/>
          </p:nvCxnSpPr>
          <p:spPr>
            <a:xfrm>
              <a:off x="8060122" y="2414718"/>
              <a:ext cx="1352550" cy="9525"/>
            </a:xfrm>
            <a:prstGeom prst="straightConnector1">
              <a:avLst/>
            </a:prstGeom>
            <a:ln w="101600">
              <a:gradFill flip="none" rotWithShape="1">
                <a:gsLst>
                  <a:gs pos="0">
                    <a:schemeClr val="accent2"/>
                  </a:gs>
                  <a:gs pos="27000">
                    <a:schemeClr val="accent2"/>
                  </a:gs>
                  <a:gs pos="51000">
                    <a:srgbClr val="7030A0"/>
                  </a:gs>
                  <a:gs pos="100000">
                    <a:srgbClr val="7030A0"/>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4A45B98-F5C6-51FD-6943-7F19944209E5}"/>
                </a:ext>
              </a:extLst>
            </p:cNvPr>
            <p:cNvCxnSpPr>
              <a:cxnSpLocks/>
            </p:cNvCxnSpPr>
            <p:nvPr/>
          </p:nvCxnSpPr>
          <p:spPr>
            <a:xfrm>
              <a:off x="4064921" y="2438917"/>
              <a:ext cx="1247775" cy="9525"/>
            </a:xfrm>
            <a:prstGeom prst="straightConnector1">
              <a:avLst/>
            </a:prstGeom>
            <a:ln w="101600">
              <a:gradFill flip="none" rotWithShape="1">
                <a:gsLst>
                  <a:gs pos="0">
                    <a:srgbClr val="00B050"/>
                  </a:gs>
                  <a:gs pos="50000">
                    <a:schemeClr val="accent2"/>
                  </a:gs>
                  <a:gs pos="83000">
                    <a:schemeClr val="accent2"/>
                  </a:gs>
                  <a:gs pos="100000">
                    <a:schemeClr val="accent2"/>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29D662B-7DDB-00D7-9B49-CAB017E96AC2}"/>
                </a:ext>
              </a:extLst>
            </p:cNvPr>
            <p:cNvSpPr txBox="1"/>
            <p:nvPr/>
          </p:nvSpPr>
          <p:spPr>
            <a:xfrm>
              <a:off x="8270300" y="1897019"/>
              <a:ext cx="928459" cy="369332"/>
            </a:xfrm>
            <a:prstGeom prst="rect">
              <a:avLst/>
            </a:prstGeom>
            <a:noFill/>
          </p:spPr>
          <p:txBody>
            <a:bodyPr wrap="none" rtlCol="0">
              <a:spAutoFit/>
            </a:bodyPr>
            <a:lstStyle/>
            <a:p>
              <a:r>
                <a:rPr lang="en-US" dirty="0"/>
                <a:t>Commit</a:t>
              </a:r>
            </a:p>
          </p:txBody>
        </p:sp>
        <p:sp>
          <p:nvSpPr>
            <p:cNvPr id="38" name="TextBox 37">
              <a:extLst>
                <a:ext uri="{FF2B5EF4-FFF2-40B4-BE49-F238E27FC236}">
                  <a16:creationId xmlns:a16="http://schemas.microsoft.com/office/drawing/2014/main" id="{CB317EDB-7694-4D90-AC4C-3EC474FF0CDA}"/>
                </a:ext>
              </a:extLst>
            </p:cNvPr>
            <p:cNvSpPr txBox="1"/>
            <p:nvPr/>
          </p:nvSpPr>
          <p:spPr>
            <a:xfrm>
              <a:off x="4339962" y="1911693"/>
              <a:ext cx="697692" cy="369332"/>
            </a:xfrm>
            <a:prstGeom prst="rect">
              <a:avLst/>
            </a:prstGeom>
            <a:noFill/>
          </p:spPr>
          <p:txBody>
            <a:bodyPr wrap="none" rtlCol="0">
              <a:spAutoFit/>
            </a:bodyPr>
            <a:lstStyle/>
            <a:p>
              <a:r>
                <a:rPr lang="en-US" dirty="0"/>
                <a:t>Stage</a:t>
              </a:r>
            </a:p>
          </p:txBody>
        </p:sp>
        <p:cxnSp>
          <p:nvCxnSpPr>
            <p:cNvPr id="39" name="Straight Arrow Connector 38">
              <a:extLst>
                <a:ext uri="{FF2B5EF4-FFF2-40B4-BE49-F238E27FC236}">
                  <a16:creationId xmlns:a16="http://schemas.microsoft.com/office/drawing/2014/main" id="{241CD81B-50D1-EA89-3459-027BDE75213B}"/>
                </a:ext>
              </a:extLst>
            </p:cNvPr>
            <p:cNvCxnSpPr>
              <a:cxnSpLocks/>
            </p:cNvCxnSpPr>
            <p:nvPr/>
          </p:nvCxnSpPr>
          <p:spPr>
            <a:xfrm>
              <a:off x="180014" y="2424243"/>
              <a:ext cx="1247775" cy="9525"/>
            </a:xfrm>
            <a:prstGeom prst="straightConnector1">
              <a:avLst/>
            </a:prstGeom>
            <a:ln w="101600">
              <a:gradFill flip="none" rotWithShape="1">
                <a:gsLst>
                  <a:gs pos="100000">
                    <a:srgbClr val="00B050"/>
                  </a:gs>
                  <a:gs pos="12000">
                    <a:schemeClr val="bg1"/>
                  </a:gs>
                  <a:gs pos="64000">
                    <a:schemeClr val="accent6"/>
                  </a:gs>
                  <a:gs pos="0">
                    <a:schemeClr val="bg1"/>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FD353962-BCD8-6250-2938-B40B14A21F3A}"/>
                </a:ext>
              </a:extLst>
            </p:cNvPr>
            <p:cNvSpPr txBox="1"/>
            <p:nvPr/>
          </p:nvSpPr>
          <p:spPr>
            <a:xfrm>
              <a:off x="455055" y="1897019"/>
              <a:ext cx="614592" cy="369332"/>
            </a:xfrm>
            <a:prstGeom prst="rect">
              <a:avLst/>
            </a:prstGeom>
            <a:noFill/>
          </p:spPr>
          <p:txBody>
            <a:bodyPr wrap="none" rtlCol="0">
              <a:spAutoFit/>
            </a:bodyPr>
            <a:lstStyle/>
            <a:p>
              <a:r>
                <a:rPr lang="en-US" dirty="0"/>
                <a:t>Save</a:t>
              </a:r>
            </a:p>
          </p:txBody>
        </p:sp>
      </p:grpSp>
    </p:spTree>
    <p:extLst>
      <p:ext uri="{BB962C8B-B14F-4D97-AF65-F5344CB8AC3E}">
        <p14:creationId xmlns:p14="http://schemas.microsoft.com/office/powerpoint/2010/main" val="1514772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6B14F-5E60-80F5-65A3-CA6A13585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98F15-BC56-6ED4-0C19-C5FB609079B3}"/>
              </a:ext>
            </a:extLst>
          </p:cNvPr>
          <p:cNvSpPr>
            <a:spLocks noGrp="1"/>
          </p:cNvSpPr>
          <p:nvPr>
            <p:ph type="title"/>
          </p:nvPr>
        </p:nvSpPr>
        <p:spPr>
          <a:xfrm>
            <a:off x="795528" y="480949"/>
            <a:ext cx="10515600" cy="1325563"/>
          </a:xfrm>
        </p:spPr>
        <p:txBody>
          <a:bodyPr>
            <a:normAutofit/>
          </a:bodyPr>
          <a:lstStyle/>
          <a:p>
            <a:r>
              <a:rPr lang="en-GB" sz="3200" b="1" dirty="0">
                <a:solidFill>
                  <a:srgbClr val="1D609D"/>
                </a:solidFill>
                <a:latin typeface="Arial" panose="020B0604020202020204" pitchFamily="34" charset="0"/>
                <a:cs typeface="Arial" panose="020B0604020202020204" pitchFamily="34" charset="0"/>
              </a:rPr>
              <a:t>File states</a:t>
            </a:r>
          </a:p>
        </p:txBody>
      </p:sp>
      <p:grpSp>
        <p:nvGrpSpPr>
          <p:cNvPr id="9" name="Group 8">
            <a:extLst>
              <a:ext uri="{FF2B5EF4-FFF2-40B4-BE49-F238E27FC236}">
                <a16:creationId xmlns:a16="http://schemas.microsoft.com/office/drawing/2014/main" id="{176AF692-C56E-018E-8282-EC90FD1AE45F}"/>
              </a:ext>
            </a:extLst>
          </p:cNvPr>
          <p:cNvGrpSpPr/>
          <p:nvPr/>
        </p:nvGrpSpPr>
        <p:grpSpPr>
          <a:xfrm>
            <a:off x="180014" y="1597198"/>
            <a:ext cx="11645931" cy="2330871"/>
            <a:chOff x="180014" y="1799414"/>
            <a:chExt cx="11645931" cy="2330871"/>
          </a:xfrm>
        </p:grpSpPr>
        <p:sp>
          <p:nvSpPr>
            <p:cNvPr id="3" name="Rectangle 2">
              <a:extLst>
                <a:ext uri="{FF2B5EF4-FFF2-40B4-BE49-F238E27FC236}">
                  <a16:creationId xmlns:a16="http://schemas.microsoft.com/office/drawing/2014/main" id="{32494DE1-8088-82B9-AEF0-B9D7E1F25F7C}"/>
                </a:ext>
              </a:extLst>
            </p:cNvPr>
            <p:cNvSpPr/>
            <p:nvPr/>
          </p:nvSpPr>
          <p:spPr>
            <a:xfrm>
              <a:off x="1774805" y="2486025"/>
              <a:ext cx="1943100" cy="94297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Working directory</a:t>
              </a:r>
            </a:p>
          </p:txBody>
        </p:sp>
        <p:sp>
          <p:nvSpPr>
            <p:cNvPr id="4" name="Rectangle 3">
              <a:extLst>
                <a:ext uri="{FF2B5EF4-FFF2-40B4-BE49-F238E27FC236}">
                  <a16:creationId xmlns:a16="http://schemas.microsoft.com/office/drawing/2014/main" id="{3831B13F-DF20-9E70-150C-84B1C3E2411F}"/>
                </a:ext>
              </a:extLst>
            </p:cNvPr>
            <p:cNvSpPr/>
            <p:nvPr/>
          </p:nvSpPr>
          <p:spPr>
            <a:xfrm>
              <a:off x="5714859" y="2486025"/>
              <a:ext cx="1943100" cy="94297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lIns="91440" tIns="45720" rIns="91440" bIns="45720" rtlCol="0" anchor="ctr"/>
            <a:lstStyle/>
            <a:p>
              <a:pPr algn="ctr"/>
              <a:r>
                <a:rPr lang="en-GB">
                  <a:cs typeface="Calibri"/>
                </a:rPr>
                <a:t>Staging area</a:t>
              </a:r>
              <a:endParaRPr lang="en-GB"/>
            </a:p>
          </p:txBody>
        </p:sp>
        <p:sp>
          <p:nvSpPr>
            <p:cNvPr id="5" name="Rectangle 4">
              <a:extLst>
                <a:ext uri="{FF2B5EF4-FFF2-40B4-BE49-F238E27FC236}">
                  <a16:creationId xmlns:a16="http://schemas.microsoft.com/office/drawing/2014/main" id="{DB254652-AA44-4601-307E-D8B4CE1C4F1E}"/>
                </a:ext>
              </a:extLst>
            </p:cNvPr>
            <p:cNvSpPr/>
            <p:nvPr/>
          </p:nvSpPr>
          <p:spPr>
            <a:xfrm>
              <a:off x="9882845" y="2486025"/>
              <a:ext cx="1943100" cy="94297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cs typeface="Calibri"/>
                </a:rPr>
                <a:t>Commit history</a:t>
              </a:r>
              <a:endParaRPr lang="en-GB" dirty="0"/>
            </a:p>
          </p:txBody>
        </p:sp>
        <p:cxnSp>
          <p:nvCxnSpPr>
            <p:cNvPr id="7" name="Straight Arrow Connector 6">
              <a:extLst>
                <a:ext uri="{FF2B5EF4-FFF2-40B4-BE49-F238E27FC236}">
                  <a16:creationId xmlns:a16="http://schemas.microsoft.com/office/drawing/2014/main" id="{A3B38DC6-2575-8F5F-4C11-12C9C97A9B9A}"/>
                </a:ext>
              </a:extLst>
            </p:cNvPr>
            <p:cNvCxnSpPr/>
            <p:nvPr/>
          </p:nvCxnSpPr>
          <p:spPr>
            <a:xfrm>
              <a:off x="8060122" y="3003724"/>
              <a:ext cx="1352550" cy="9525"/>
            </a:xfrm>
            <a:prstGeom prst="straightConnector1">
              <a:avLst/>
            </a:prstGeom>
            <a:ln w="101600">
              <a:gradFill flip="none" rotWithShape="1">
                <a:gsLst>
                  <a:gs pos="0">
                    <a:schemeClr val="accent2"/>
                  </a:gs>
                  <a:gs pos="27000">
                    <a:schemeClr val="accent2"/>
                  </a:gs>
                  <a:gs pos="51000">
                    <a:srgbClr val="7030A0"/>
                  </a:gs>
                  <a:gs pos="100000">
                    <a:srgbClr val="7030A0"/>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CAB99DA-98CE-1777-992E-807B7844DDEB}"/>
                </a:ext>
              </a:extLst>
            </p:cNvPr>
            <p:cNvCxnSpPr>
              <a:cxnSpLocks/>
            </p:cNvCxnSpPr>
            <p:nvPr/>
          </p:nvCxnSpPr>
          <p:spPr>
            <a:xfrm>
              <a:off x="4064921" y="3027923"/>
              <a:ext cx="1247775" cy="9525"/>
            </a:xfrm>
            <a:prstGeom prst="straightConnector1">
              <a:avLst/>
            </a:prstGeom>
            <a:ln w="101600">
              <a:gradFill flip="none" rotWithShape="1">
                <a:gsLst>
                  <a:gs pos="0">
                    <a:srgbClr val="00B050"/>
                  </a:gs>
                  <a:gs pos="50000">
                    <a:schemeClr val="accent2"/>
                  </a:gs>
                  <a:gs pos="83000">
                    <a:schemeClr val="accent2"/>
                  </a:gs>
                  <a:gs pos="100000">
                    <a:schemeClr val="accent2"/>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4281CA-370B-974C-1253-D3F60A82AE89}"/>
                </a:ext>
              </a:extLst>
            </p:cNvPr>
            <p:cNvSpPr txBox="1"/>
            <p:nvPr/>
          </p:nvSpPr>
          <p:spPr>
            <a:xfrm>
              <a:off x="8270300" y="2486025"/>
              <a:ext cx="928459" cy="369332"/>
            </a:xfrm>
            <a:prstGeom prst="rect">
              <a:avLst/>
            </a:prstGeom>
            <a:noFill/>
          </p:spPr>
          <p:txBody>
            <a:bodyPr wrap="none" rtlCol="0">
              <a:spAutoFit/>
            </a:bodyPr>
            <a:lstStyle/>
            <a:p>
              <a:r>
                <a:rPr lang="en-US" dirty="0"/>
                <a:t>Commit</a:t>
              </a:r>
            </a:p>
          </p:txBody>
        </p:sp>
        <p:sp>
          <p:nvSpPr>
            <p:cNvPr id="14" name="TextBox 13">
              <a:extLst>
                <a:ext uri="{FF2B5EF4-FFF2-40B4-BE49-F238E27FC236}">
                  <a16:creationId xmlns:a16="http://schemas.microsoft.com/office/drawing/2014/main" id="{DED30ED1-9216-836D-FBE0-67E995D09178}"/>
                </a:ext>
              </a:extLst>
            </p:cNvPr>
            <p:cNvSpPr txBox="1"/>
            <p:nvPr/>
          </p:nvSpPr>
          <p:spPr>
            <a:xfrm>
              <a:off x="4339962" y="2500699"/>
              <a:ext cx="697692" cy="369332"/>
            </a:xfrm>
            <a:prstGeom prst="rect">
              <a:avLst/>
            </a:prstGeom>
            <a:noFill/>
          </p:spPr>
          <p:txBody>
            <a:bodyPr wrap="none" rtlCol="0">
              <a:spAutoFit/>
            </a:bodyPr>
            <a:lstStyle/>
            <a:p>
              <a:r>
                <a:rPr lang="en-US" dirty="0"/>
                <a:t>Stage</a:t>
              </a:r>
            </a:p>
          </p:txBody>
        </p:sp>
        <p:cxnSp>
          <p:nvCxnSpPr>
            <p:cNvPr id="6" name="Straight Arrow Connector 5">
              <a:extLst>
                <a:ext uri="{FF2B5EF4-FFF2-40B4-BE49-F238E27FC236}">
                  <a16:creationId xmlns:a16="http://schemas.microsoft.com/office/drawing/2014/main" id="{7BD62A04-043F-66C9-3D04-FE924BA6A991}"/>
                </a:ext>
              </a:extLst>
            </p:cNvPr>
            <p:cNvCxnSpPr>
              <a:cxnSpLocks/>
            </p:cNvCxnSpPr>
            <p:nvPr/>
          </p:nvCxnSpPr>
          <p:spPr>
            <a:xfrm>
              <a:off x="180014" y="3013249"/>
              <a:ext cx="1247775" cy="9525"/>
            </a:xfrm>
            <a:prstGeom prst="straightConnector1">
              <a:avLst/>
            </a:prstGeom>
            <a:ln w="101600">
              <a:gradFill flip="none" rotWithShape="1">
                <a:gsLst>
                  <a:gs pos="100000">
                    <a:srgbClr val="00B050"/>
                  </a:gs>
                  <a:gs pos="12000">
                    <a:schemeClr val="bg1"/>
                  </a:gs>
                  <a:gs pos="64000">
                    <a:schemeClr val="accent6"/>
                  </a:gs>
                  <a:gs pos="0">
                    <a:schemeClr val="bg1"/>
                  </a:gs>
                </a:gsLst>
                <a:lin ang="0" scaled="1"/>
                <a:tileRect/>
              </a:gra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03A7C82-1548-8196-B1E8-F89F5E0B221E}"/>
                </a:ext>
              </a:extLst>
            </p:cNvPr>
            <p:cNvSpPr txBox="1"/>
            <p:nvPr/>
          </p:nvSpPr>
          <p:spPr>
            <a:xfrm>
              <a:off x="455055" y="2486025"/>
              <a:ext cx="614592" cy="369332"/>
            </a:xfrm>
            <a:prstGeom prst="rect">
              <a:avLst/>
            </a:prstGeom>
            <a:noFill/>
          </p:spPr>
          <p:txBody>
            <a:bodyPr wrap="none" rtlCol="0">
              <a:spAutoFit/>
            </a:bodyPr>
            <a:lstStyle/>
            <a:p>
              <a:r>
                <a:rPr lang="en-US" dirty="0"/>
                <a:t>Save</a:t>
              </a:r>
            </a:p>
          </p:txBody>
        </p:sp>
        <p:sp>
          <p:nvSpPr>
            <p:cNvPr id="15" name="Rectangle 14">
              <a:extLst>
                <a:ext uri="{FF2B5EF4-FFF2-40B4-BE49-F238E27FC236}">
                  <a16:creationId xmlns:a16="http://schemas.microsoft.com/office/drawing/2014/main" id="{3E341FC6-8021-7666-3D19-A47A6FED005A}"/>
                </a:ext>
              </a:extLst>
            </p:cNvPr>
            <p:cNvSpPr/>
            <p:nvPr/>
          </p:nvSpPr>
          <p:spPr>
            <a:xfrm>
              <a:off x="5966409" y="3648371"/>
              <a:ext cx="1440000" cy="48191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status</a:t>
              </a:r>
            </a:p>
          </p:txBody>
        </p:sp>
        <p:sp>
          <p:nvSpPr>
            <p:cNvPr id="16" name="Rectangle 15">
              <a:extLst>
                <a:ext uri="{FF2B5EF4-FFF2-40B4-BE49-F238E27FC236}">
                  <a16:creationId xmlns:a16="http://schemas.microsoft.com/office/drawing/2014/main" id="{7B237C5B-BFBE-238C-23BF-A6BD817EA5D9}"/>
                </a:ext>
              </a:extLst>
            </p:cNvPr>
            <p:cNvSpPr/>
            <p:nvPr/>
          </p:nvSpPr>
          <p:spPr>
            <a:xfrm>
              <a:off x="10314395" y="3648371"/>
              <a:ext cx="1080000" cy="48191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log</a:t>
              </a:r>
            </a:p>
          </p:txBody>
        </p:sp>
        <p:sp>
          <p:nvSpPr>
            <p:cNvPr id="17" name="Rectangle 16">
              <a:extLst>
                <a:ext uri="{FF2B5EF4-FFF2-40B4-BE49-F238E27FC236}">
                  <a16:creationId xmlns:a16="http://schemas.microsoft.com/office/drawing/2014/main" id="{9A685DB1-5354-326A-2C3E-679605BC5180}"/>
                </a:ext>
              </a:extLst>
            </p:cNvPr>
            <p:cNvSpPr/>
            <p:nvPr/>
          </p:nvSpPr>
          <p:spPr>
            <a:xfrm>
              <a:off x="2026352" y="3648371"/>
              <a:ext cx="1440000" cy="48191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status</a:t>
              </a:r>
            </a:p>
          </p:txBody>
        </p:sp>
        <p:sp>
          <p:nvSpPr>
            <p:cNvPr id="18" name="Rectangle 17">
              <a:extLst>
                <a:ext uri="{FF2B5EF4-FFF2-40B4-BE49-F238E27FC236}">
                  <a16:creationId xmlns:a16="http://schemas.microsoft.com/office/drawing/2014/main" id="{94AA91F6-BE1F-78D2-4209-F7E9B99EA831}"/>
                </a:ext>
              </a:extLst>
            </p:cNvPr>
            <p:cNvSpPr/>
            <p:nvPr/>
          </p:nvSpPr>
          <p:spPr>
            <a:xfrm>
              <a:off x="4148808" y="1799414"/>
              <a:ext cx="1080000" cy="48191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add</a:t>
              </a:r>
            </a:p>
          </p:txBody>
        </p:sp>
        <p:sp>
          <p:nvSpPr>
            <p:cNvPr id="19" name="Rectangle 18">
              <a:extLst>
                <a:ext uri="{FF2B5EF4-FFF2-40B4-BE49-F238E27FC236}">
                  <a16:creationId xmlns:a16="http://schemas.microsoft.com/office/drawing/2014/main" id="{8890D3CC-50AC-D54D-4B86-7617807A54CC}"/>
                </a:ext>
              </a:extLst>
            </p:cNvPr>
            <p:cNvSpPr/>
            <p:nvPr/>
          </p:nvSpPr>
          <p:spPr>
            <a:xfrm>
              <a:off x="8014529" y="1808938"/>
              <a:ext cx="1440000" cy="48191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commit</a:t>
              </a:r>
            </a:p>
          </p:txBody>
        </p:sp>
      </p:grpSp>
    </p:spTree>
    <p:extLst>
      <p:ext uri="{BB962C8B-B14F-4D97-AF65-F5344CB8AC3E}">
        <p14:creationId xmlns:p14="http://schemas.microsoft.com/office/powerpoint/2010/main" val="2935123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46D57-70E4-420F-A9B8-4736FDEF9B54}"/>
              </a:ext>
            </a:extLst>
          </p:cNvPr>
          <p:cNvSpPr>
            <a:spLocks noGrp="1"/>
          </p:cNvSpPr>
          <p:nvPr>
            <p:ph type="title"/>
          </p:nvPr>
        </p:nvSpPr>
        <p:spPr>
          <a:xfrm>
            <a:off x="838200" y="2766218"/>
            <a:ext cx="10515600" cy="1325563"/>
          </a:xfrm>
        </p:spPr>
        <p:txBody>
          <a:bodyPr>
            <a:noAutofit/>
          </a:bodyPr>
          <a:lstStyle/>
          <a:p>
            <a:r>
              <a:rPr lang="en-GB" sz="6600" b="1" dirty="0">
                <a:solidFill>
                  <a:srgbClr val="1D609D"/>
                </a:solidFill>
                <a:latin typeface="Arial" panose="020B0604020202020204" pitchFamily="34" charset="0"/>
                <a:cs typeface="Arial" panose="020B0604020202020204" pitchFamily="34" charset="0"/>
              </a:rPr>
              <a:t>3. Walk-through of the basic Git workflow</a:t>
            </a:r>
          </a:p>
        </p:txBody>
      </p:sp>
    </p:spTree>
    <p:extLst>
      <p:ext uri="{BB962C8B-B14F-4D97-AF65-F5344CB8AC3E}">
        <p14:creationId xmlns:p14="http://schemas.microsoft.com/office/powerpoint/2010/main" val="1426314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5ADC2-70F1-44E4-97F7-AB9710E1374F}"/>
              </a:ext>
            </a:extLst>
          </p:cNvPr>
          <p:cNvSpPr>
            <a:spLocks noGrp="1"/>
          </p:cNvSpPr>
          <p:nvPr>
            <p:ph type="title"/>
          </p:nvPr>
        </p:nvSpPr>
        <p:spPr>
          <a:xfrm>
            <a:off x="838200" y="2766218"/>
            <a:ext cx="10515600" cy="1325563"/>
          </a:xfrm>
        </p:spPr>
        <p:txBody>
          <a:bodyPr>
            <a:normAutofit/>
          </a:bodyPr>
          <a:lstStyle/>
          <a:p>
            <a:r>
              <a:rPr lang="en-GB" sz="6000" b="1" dirty="0">
                <a:solidFill>
                  <a:srgbClr val="1D609D"/>
                </a:solidFill>
              </a:rPr>
              <a:t>Graphical user interface (GUI)</a:t>
            </a:r>
          </a:p>
        </p:txBody>
      </p:sp>
    </p:spTree>
    <p:extLst>
      <p:ext uri="{BB962C8B-B14F-4D97-AF65-F5344CB8AC3E}">
        <p14:creationId xmlns:p14="http://schemas.microsoft.com/office/powerpoint/2010/main" val="177375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838200" y="134527"/>
            <a:ext cx="10515600" cy="1325563"/>
          </a:xfrm>
        </p:spPr>
        <p:txBody>
          <a:bodyPr>
            <a:normAutofit/>
          </a:bodyPr>
          <a:lstStyle/>
          <a:p>
            <a:r>
              <a:rPr lang="en-GB" sz="3600" dirty="0">
                <a:solidFill>
                  <a:srgbClr val="1D609D"/>
                </a:solidFill>
              </a:rPr>
              <a:t>Create a branch</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893064" y="1179449"/>
            <a:ext cx="10515600" cy="4351338"/>
          </a:xfrm>
        </p:spPr>
        <p:txBody>
          <a:bodyPr/>
          <a:lstStyle/>
          <a:p>
            <a:pPr marL="0" indent="0">
              <a:buNone/>
            </a:pPr>
            <a:r>
              <a:rPr lang="en-GB"/>
              <a:t>GUI</a:t>
            </a:r>
          </a:p>
        </p:txBody>
      </p:sp>
      <p:pic>
        <p:nvPicPr>
          <p:cNvPr id="5" name="Picture 4">
            <a:extLst>
              <a:ext uri="{FF2B5EF4-FFF2-40B4-BE49-F238E27FC236}">
                <a16:creationId xmlns:a16="http://schemas.microsoft.com/office/drawing/2014/main" id="{4866BB99-353B-4D45-A24A-6E045EA2D7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3336" y="1851483"/>
            <a:ext cx="5158990" cy="4106023"/>
          </a:xfrm>
          <a:prstGeom prst="rect">
            <a:avLst/>
          </a:prstGeom>
        </p:spPr>
      </p:pic>
      <p:sp>
        <p:nvSpPr>
          <p:cNvPr id="6" name="TextBox 5">
            <a:extLst>
              <a:ext uri="{FF2B5EF4-FFF2-40B4-BE49-F238E27FC236}">
                <a16:creationId xmlns:a16="http://schemas.microsoft.com/office/drawing/2014/main" id="{41FA3B2C-4E24-4BDF-A903-A615332EF8AA}"/>
              </a:ext>
            </a:extLst>
          </p:cNvPr>
          <p:cNvSpPr txBox="1"/>
          <p:nvPr/>
        </p:nvSpPr>
        <p:spPr>
          <a:xfrm>
            <a:off x="6150864" y="2110636"/>
            <a:ext cx="5912233" cy="3453189"/>
          </a:xfrm>
          <a:prstGeom prst="rect">
            <a:avLst/>
          </a:prstGeom>
          <a:noFill/>
        </p:spPr>
        <p:txBody>
          <a:bodyPr wrap="square" lIns="91440" tIns="45720" rIns="91440" bIns="45720" anchor="t">
            <a:spAutoFit/>
          </a:bodyPr>
          <a:lstStyle/>
          <a:p>
            <a:pPr marL="342900" indent="-342900">
              <a:lnSpc>
                <a:spcPct val="107000"/>
              </a:lnSpc>
              <a:buFont typeface="+mj-lt"/>
              <a:buAutoNum type="arabicPeriod"/>
            </a:pPr>
            <a:r>
              <a:rPr lang="en-GB" sz="1800">
                <a:effectLst/>
                <a:latin typeface="Calibri"/>
                <a:ea typeface="Calibri" panose="020F0502020204030204" pitchFamily="34" charset="0"/>
                <a:cs typeface="Times New Roman"/>
              </a:rPr>
              <a:t>Create a branch: click the “Git” tab on the right of R-Studio, then the small purple shapes on the right of the screen, add a branch name, and click create.</a:t>
            </a:r>
            <a:r>
              <a:rPr lang="en-GB">
                <a:latin typeface="Calibri"/>
                <a:ea typeface="Calibri" panose="020F0502020204030204" pitchFamily="34" charset="0"/>
                <a:cs typeface="Times New Roman"/>
              </a:rPr>
              <a:t> </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mj-lt"/>
              <a:buAutoNum type="arabicPeriod"/>
            </a:pPr>
            <a:endParaRPr lang="en-GB">
              <a:latin typeface="Calibri"/>
              <a:ea typeface="Calibri" panose="020F0502020204030204" pitchFamily="34" charset="0"/>
              <a:cs typeface="Times New Roman"/>
            </a:endParaRPr>
          </a:p>
          <a:p>
            <a:pPr marL="342900" indent="-342900">
              <a:lnSpc>
                <a:spcPct val="107000"/>
              </a:lnSpc>
              <a:spcAft>
                <a:spcPts val="800"/>
              </a:spcAft>
              <a:buAutoNum type="arabicPeriod"/>
            </a:pPr>
            <a:endParaRPr lang="en-GB">
              <a:latin typeface="Calibri"/>
              <a:ea typeface="Calibri" panose="020F0502020204030204" pitchFamily="34" charset="0"/>
              <a:cs typeface="Times New Roman"/>
            </a:endParaRPr>
          </a:p>
          <a:p>
            <a:pPr marL="342900" indent="-342900">
              <a:lnSpc>
                <a:spcPct val="107000"/>
              </a:lnSpc>
              <a:spcAft>
                <a:spcPts val="800"/>
              </a:spcAft>
              <a:buAutoNum type="arabicPeriod"/>
            </a:pPr>
            <a:endParaRPr lang="en-GB">
              <a:latin typeface="Calibri"/>
              <a:ea typeface="Calibri" panose="020F0502020204030204" pitchFamily="34" charset="0"/>
              <a:cs typeface="Times New Roman"/>
            </a:endParaRPr>
          </a:p>
          <a:p>
            <a:pPr marL="342900" indent="-342900">
              <a:lnSpc>
                <a:spcPct val="107000"/>
              </a:lnSpc>
              <a:spcAft>
                <a:spcPts val="800"/>
              </a:spcAft>
              <a:buAutoNum type="arabicPeriod"/>
            </a:pPr>
            <a:endParaRPr lang="en-GB">
              <a:latin typeface="Calibri"/>
              <a:ea typeface="Calibri" panose="020F0502020204030204" pitchFamily="34" charset="0"/>
              <a:cs typeface="Times New Roman"/>
            </a:endParaRPr>
          </a:p>
          <a:p>
            <a:pPr marL="342900" lvl="0" indent="-342900">
              <a:lnSpc>
                <a:spcPct val="107000"/>
              </a:lnSpc>
              <a:spcAft>
                <a:spcPts val="800"/>
              </a:spcAft>
              <a:buAutoNum type="arabicPeriod"/>
            </a:pPr>
            <a:r>
              <a:rPr lang="en-GB" sz="1800">
                <a:effectLst/>
                <a:latin typeface="Calibri"/>
                <a:ea typeface="Calibri" panose="020F0502020204030204" pitchFamily="34" charset="0"/>
                <a:cs typeface="Times New Roman"/>
              </a:rPr>
              <a:t>A pop-up will appear with a message that you have switched to a new branch, and the branch name will update in the Git pane. You can just close the pop-up.</a:t>
            </a:r>
            <a:endParaRPr lang="en-GB">
              <a:cs typeface="Calibri"/>
            </a:endParaRPr>
          </a:p>
        </p:txBody>
      </p:sp>
      <p:sp>
        <p:nvSpPr>
          <p:cNvPr id="4" name="TextBox 3">
            <a:extLst>
              <a:ext uri="{FF2B5EF4-FFF2-40B4-BE49-F238E27FC236}">
                <a16:creationId xmlns:a16="http://schemas.microsoft.com/office/drawing/2014/main" id="{91D9BD4D-1A12-E7AA-BE55-7258856588B6}"/>
              </a:ext>
            </a:extLst>
          </p:cNvPr>
          <p:cNvSpPr txBox="1"/>
          <p:nvPr/>
        </p:nvSpPr>
        <p:spPr>
          <a:xfrm>
            <a:off x="6152211" y="3374347"/>
            <a:ext cx="603354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a:cs typeface="Calibri"/>
              </a:rPr>
              <a:t>(Note that if the “Sync branch with remote” checkbox is ticked the branch will also be created on the remote GitHub repo, removing the need to do that manually at a later stage.)</a:t>
            </a:r>
            <a:endParaRPr lang="en-US"/>
          </a:p>
        </p:txBody>
      </p:sp>
    </p:spTree>
    <p:extLst>
      <p:ext uri="{BB962C8B-B14F-4D97-AF65-F5344CB8AC3E}">
        <p14:creationId xmlns:p14="http://schemas.microsoft.com/office/powerpoint/2010/main" val="3769825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838200" y="365125"/>
            <a:ext cx="11256264" cy="1325563"/>
          </a:xfrm>
        </p:spPr>
        <p:txBody>
          <a:bodyPr>
            <a:normAutofit/>
          </a:bodyPr>
          <a:lstStyle/>
          <a:p>
            <a:r>
              <a:rPr lang="en-GB" sz="3600" dirty="0">
                <a:solidFill>
                  <a:srgbClr val="1D609D"/>
                </a:solidFill>
              </a:rPr>
              <a:t>Edit some files, for example write some code to an R script</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838200" y="1651125"/>
            <a:ext cx="10515600" cy="4351338"/>
          </a:xfrm>
        </p:spPr>
        <p:txBody>
          <a:bodyPr/>
          <a:lstStyle/>
          <a:p>
            <a:pPr marL="0" indent="0">
              <a:buNone/>
            </a:pPr>
            <a:r>
              <a:rPr lang="en-GB"/>
              <a:t>GUI</a:t>
            </a:r>
          </a:p>
        </p:txBody>
      </p:sp>
      <p:pic>
        <p:nvPicPr>
          <p:cNvPr id="6" name="Picture 5">
            <a:extLst>
              <a:ext uri="{FF2B5EF4-FFF2-40B4-BE49-F238E27FC236}">
                <a16:creationId xmlns:a16="http://schemas.microsoft.com/office/drawing/2014/main" id="{DDE551B1-BA29-4ADA-A3E9-1359F6C365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8603" y="2174495"/>
            <a:ext cx="4078303" cy="2770505"/>
          </a:xfrm>
          <a:prstGeom prst="rect">
            <a:avLst/>
          </a:prstGeom>
        </p:spPr>
      </p:pic>
      <p:pic>
        <p:nvPicPr>
          <p:cNvPr id="7" name="Picture 6">
            <a:extLst>
              <a:ext uri="{FF2B5EF4-FFF2-40B4-BE49-F238E27FC236}">
                <a16:creationId xmlns:a16="http://schemas.microsoft.com/office/drawing/2014/main" id="{E22A51D5-810A-4801-AE3C-D513CBB781D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89260" y="2193702"/>
            <a:ext cx="5082956" cy="2732089"/>
          </a:xfrm>
          <a:prstGeom prst="rect">
            <a:avLst/>
          </a:prstGeom>
        </p:spPr>
      </p:pic>
      <p:sp>
        <p:nvSpPr>
          <p:cNvPr id="8" name="TextBox 7">
            <a:extLst>
              <a:ext uri="{FF2B5EF4-FFF2-40B4-BE49-F238E27FC236}">
                <a16:creationId xmlns:a16="http://schemas.microsoft.com/office/drawing/2014/main" id="{9641A1B3-68E1-4F21-AA6C-08D61C064927}"/>
              </a:ext>
            </a:extLst>
          </p:cNvPr>
          <p:cNvSpPr txBox="1"/>
          <p:nvPr/>
        </p:nvSpPr>
        <p:spPr>
          <a:xfrm>
            <a:off x="288661" y="5208954"/>
            <a:ext cx="11504950" cy="1264642"/>
          </a:xfrm>
          <a:prstGeom prst="rect">
            <a:avLst/>
          </a:prstGeom>
          <a:noFill/>
        </p:spPr>
        <p:txBody>
          <a:bodyPr wrap="square">
            <a:spAutoFit/>
          </a:bodyPr>
          <a:lstStyle/>
          <a:p>
            <a:pPr>
              <a:lnSpc>
                <a:spcPct val="107000"/>
              </a:lnSpc>
              <a:spcAft>
                <a:spcPts val="800"/>
              </a:spcAft>
            </a:pPr>
            <a:r>
              <a:rPr lang="en-GB" sz="1800">
                <a:effectLst/>
                <a:latin typeface="Calibri" panose="020F0502020204030204" pitchFamily="34" charset="0"/>
                <a:ea typeface="Calibri" panose="020F0502020204030204" pitchFamily="34" charset="0"/>
                <a:cs typeface="Times New Roman" panose="02020603050405020304" pitchFamily="18" charset="0"/>
              </a:rPr>
              <a:t>If using the GUI, any files that have been edited and saved will appear in the git tab on the right-hand side of the screen.  You can view the changes by pressing the Diff button and selecting the file name.  Lines highlighted in red have been removed; lines highlighted in green have been added. Lines written in grey have not been changed.  The left margin shows the line numbers of the code that has changed.    </a:t>
            </a:r>
          </a:p>
        </p:txBody>
      </p:sp>
    </p:spTree>
    <p:extLst>
      <p:ext uri="{BB962C8B-B14F-4D97-AF65-F5344CB8AC3E}">
        <p14:creationId xmlns:p14="http://schemas.microsoft.com/office/powerpoint/2010/main" val="2102616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668964" y="-224570"/>
            <a:ext cx="10515600" cy="1325563"/>
          </a:xfrm>
        </p:spPr>
        <p:txBody>
          <a:bodyPr>
            <a:normAutofit/>
          </a:bodyPr>
          <a:lstStyle/>
          <a:p>
            <a:r>
              <a:rPr lang="en-GB" sz="3200" dirty="0">
                <a:solidFill>
                  <a:srgbClr val="1D609D"/>
                </a:solidFill>
              </a:rPr>
              <a:t>Stage and commit a group of changes</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668964" y="653375"/>
            <a:ext cx="10515600" cy="4351338"/>
          </a:xfrm>
        </p:spPr>
        <p:txBody>
          <a:bodyPr/>
          <a:lstStyle/>
          <a:p>
            <a:pPr marL="0" indent="0">
              <a:buNone/>
            </a:pPr>
            <a:r>
              <a:rPr lang="en-GB"/>
              <a:t>GUI</a:t>
            </a:r>
          </a:p>
        </p:txBody>
      </p:sp>
      <p:pic>
        <p:nvPicPr>
          <p:cNvPr id="8" name="Picture 7">
            <a:extLst>
              <a:ext uri="{FF2B5EF4-FFF2-40B4-BE49-F238E27FC236}">
                <a16:creationId xmlns:a16="http://schemas.microsoft.com/office/drawing/2014/main" id="{9922B137-9334-43C4-844C-CC2699865E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7091" y="1202131"/>
            <a:ext cx="5702710" cy="2946400"/>
          </a:xfrm>
          <a:prstGeom prst="rect">
            <a:avLst/>
          </a:prstGeom>
        </p:spPr>
      </p:pic>
      <p:pic>
        <p:nvPicPr>
          <p:cNvPr id="9" name="Picture 8">
            <a:extLst>
              <a:ext uri="{FF2B5EF4-FFF2-40B4-BE49-F238E27FC236}">
                <a16:creationId xmlns:a16="http://schemas.microsoft.com/office/drawing/2014/main" id="{0DA79DB6-6A73-487C-85A1-9C90FA9CAF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6241" y="3943808"/>
            <a:ext cx="4093210" cy="2660650"/>
          </a:xfrm>
          <a:prstGeom prst="rect">
            <a:avLst/>
          </a:prstGeom>
        </p:spPr>
      </p:pic>
      <p:sp>
        <p:nvSpPr>
          <p:cNvPr id="4" name="TextBox 3">
            <a:extLst>
              <a:ext uri="{FF2B5EF4-FFF2-40B4-BE49-F238E27FC236}">
                <a16:creationId xmlns:a16="http://schemas.microsoft.com/office/drawing/2014/main" id="{0980CE1F-27A2-8794-B62F-B3702DE97AA1}"/>
              </a:ext>
            </a:extLst>
          </p:cNvPr>
          <p:cNvSpPr txBox="1"/>
          <p:nvPr/>
        </p:nvSpPr>
        <p:spPr>
          <a:xfrm>
            <a:off x="1884904" y="7239017"/>
            <a:ext cx="3845762"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000">
                <a:ea typeface="Calibri"/>
                <a:cs typeface="Calibri"/>
              </a:rPr>
              <a:t>In this example, the previous line 3 has been replaced by a new line 3.</a:t>
            </a:r>
            <a:endParaRPr lang="en-US" sz="2000">
              <a:ea typeface="Calibri"/>
              <a:cs typeface="Calibri"/>
            </a:endParaRPr>
          </a:p>
        </p:txBody>
      </p:sp>
      <p:sp>
        <p:nvSpPr>
          <p:cNvPr id="10" name="TextBox 9">
            <a:extLst>
              <a:ext uri="{FF2B5EF4-FFF2-40B4-BE49-F238E27FC236}">
                <a16:creationId xmlns:a16="http://schemas.microsoft.com/office/drawing/2014/main" id="{BA5266CD-04C4-48EC-967F-24312633C621}"/>
              </a:ext>
            </a:extLst>
          </p:cNvPr>
          <p:cNvSpPr txBox="1"/>
          <p:nvPr/>
        </p:nvSpPr>
        <p:spPr>
          <a:xfrm>
            <a:off x="6187694" y="1261200"/>
            <a:ext cx="5644642" cy="2393540"/>
          </a:xfrm>
          <a:prstGeom prst="rect">
            <a:avLst/>
          </a:prstGeom>
          <a:noFill/>
        </p:spPr>
        <p:txBody>
          <a:bodyPr wrap="square">
            <a:spAutoFit/>
          </a:bodyPr>
          <a:lstStyle/>
          <a:p>
            <a:pPr>
              <a:lnSpc>
                <a:spcPct val="107000"/>
              </a:lnSpc>
              <a:spcAft>
                <a:spcPts val="800"/>
              </a:spcAft>
            </a:pPr>
            <a:r>
              <a:rPr lang="en-GB" sz="1600">
                <a:effectLst/>
                <a:latin typeface="Calibri" panose="020F0502020204030204" pitchFamily="34" charset="0"/>
                <a:ea typeface="Calibri" panose="020F0502020204030204" pitchFamily="34" charset="0"/>
                <a:cs typeface="Times New Roman" panose="02020603050405020304" pitchFamily="18" charset="0"/>
              </a:rPr>
              <a:t>Click either Diff or Commit to open the Review changes pop-up.</a:t>
            </a:r>
          </a:p>
          <a:p>
            <a:pPr marL="342900" lvl="0" indent="-342900">
              <a:lnSpc>
                <a:spcPct val="107000"/>
              </a:lnSpc>
              <a:buFont typeface="+mj-lt"/>
              <a:buAutoNum type="arabicPeriod"/>
            </a:pPr>
            <a:r>
              <a:rPr lang="en-GB" sz="1600">
                <a:effectLst/>
                <a:latin typeface="Calibri" panose="020F0502020204030204" pitchFamily="34" charset="0"/>
                <a:ea typeface="Calibri" panose="020F0502020204030204" pitchFamily="34" charset="0"/>
                <a:cs typeface="Times New Roman" panose="02020603050405020304" pitchFamily="18" charset="0"/>
              </a:rPr>
              <a:t>To stage a file, click the check box by the file name. Stage every file whose changes you would like to include in the commit.</a:t>
            </a:r>
          </a:p>
          <a:p>
            <a:pPr marL="342900" lvl="0" indent="-342900">
              <a:lnSpc>
                <a:spcPct val="107000"/>
              </a:lnSpc>
              <a:buFont typeface="+mj-lt"/>
              <a:buAutoNum type="arabicPeriod"/>
            </a:pPr>
            <a:r>
              <a:rPr lang="en-GB" sz="1600">
                <a:effectLst/>
                <a:latin typeface="Calibri" panose="020F0502020204030204" pitchFamily="34" charset="0"/>
                <a:ea typeface="Calibri" panose="020F0502020204030204" pitchFamily="34" charset="0"/>
                <a:cs typeface="Times New Roman" panose="02020603050405020304" pitchFamily="18" charset="0"/>
              </a:rPr>
              <a:t>Add a commit message in the commit message box.</a:t>
            </a:r>
          </a:p>
          <a:p>
            <a:pPr marL="342900" lvl="0" indent="-342900">
              <a:lnSpc>
                <a:spcPct val="107000"/>
              </a:lnSpc>
              <a:buFont typeface="+mj-lt"/>
              <a:buAutoNum type="arabicPeriod"/>
            </a:pPr>
            <a:r>
              <a:rPr lang="en-GB" sz="1600">
                <a:effectLst/>
                <a:latin typeface="Calibri" panose="020F0502020204030204" pitchFamily="34" charset="0"/>
                <a:ea typeface="Calibri" panose="020F0502020204030204" pitchFamily="34" charset="0"/>
                <a:cs typeface="Times New Roman" panose="02020603050405020304" pitchFamily="18" charset="0"/>
              </a:rPr>
              <a:t>Click the Commit button.</a:t>
            </a:r>
          </a:p>
          <a:p>
            <a:pPr marL="457200">
              <a:lnSpc>
                <a:spcPct val="107000"/>
              </a:lnSpc>
              <a:spcAft>
                <a:spcPts val="800"/>
              </a:spcAft>
            </a:pPr>
            <a:r>
              <a:rPr lang="en-GB" sz="1600">
                <a:effectLst/>
                <a:latin typeface="Calibri" panose="020F0502020204030204" pitchFamily="34" charset="0"/>
                <a:ea typeface="Calibri" panose="020F0502020204030204" pitchFamily="34" charset="0"/>
                <a:cs typeface="Times New Roman" panose="02020603050405020304" pitchFamily="18" charset="0"/>
              </a:rPr>
              <a:t> </a:t>
            </a:r>
          </a:p>
          <a:p>
            <a:pPr>
              <a:lnSpc>
                <a:spcPct val="107000"/>
              </a:lnSpc>
              <a:spcAft>
                <a:spcPts val="800"/>
              </a:spcAft>
            </a:pPr>
            <a:r>
              <a:rPr lang="en-GB" sz="1600">
                <a:effectLst/>
                <a:latin typeface="Calibri" panose="020F0502020204030204" pitchFamily="34" charset="0"/>
                <a:ea typeface="Calibri" panose="020F0502020204030204" pitchFamily="34" charset="0"/>
                <a:cs typeface="Times New Roman" panose="02020603050405020304" pitchFamily="18" charset="0"/>
              </a:rPr>
              <a:t>Changes to files can be seen in the status column.</a:t>
            </a:r>
          </a:p>
        </p:txBody>
      </p:sp>
      <p:grpSp>
        <p:nvGrpSpPr>
          <p:cNvPr id="14" name="Group 13">
            <a:extLst>
              <a:ext uri="{FF2B5EF4-FFF2-40B4-BE49-F238E27FC236}">
                <a16:creationId xmlns:a16="http://schemas.microsoft.com/office/drawing/2014/main" id="{D7FEE3DA-2740-C187-887E-AC54C1CE8BA7}"/>
              </a:ext>
            </a:extLst>
          </p:cNvPr>
          <p:cNvGrpSpPr/>
          <p:nvPr/>
        </p:nvGrpSpPr>
        <p:grpSpPr>
          <a:xfrm>
            <a:off x="5992524" y="3817701"/>
            <a:ext cx="6316932" cy="2126326"/>
            <a:chOff x="1802673" y="2147050"/>
            <a:chExt cx="6316932" cy="2126326"/>
          </a:xfrm>
        </p:grpSpPr>
        <p:sp>
          <p:nvSpPr>
            <p:cNvPr id="16" name="Rectangle: Rounded Corners 24">
              <a:extLst>
                <a:ext uri="{FF2B5EF4-FFF2-40B4-BE49-F238E27FC236}">
                  <a16:creationId xmlns:a16="http://schemas.microsoft.com/office/drawing/2014/main" id="{A7A093A3-1369-99A6-CC2E-1CBD798B4187}"/>
                </a:ext>
              </a:extLst>
            </p:cNvPr>
            <p:cNvSpPr/>
            <p:nvPr/>
          </p:nvSpPr>
          <p:spPr>
            <a:xfrm>
              <a:off x="1802673" y="2147050"/>
              <a:ext cx="360000" cy="360000"/>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b="1"/>
                <a:t>?</a:t>
              </a:r>
            </a:p>
          </p:txBody>
        </p:sp>
        <p:sp>
          <p:nvSpPr>
            <p:cNvPr id="17" name="Rectangle: Rounded Corners 25">
              <a:extLst>
                <a:ext uri="{FF2B5EF4-FFF2-40B4-BE49-F238E27FC236}">
                  <a16:creationId xmlns:a16="http://schemas.microsoft.com/office/drawing/2014/main" id="{FEC73385-3EBC-3CD5-C9F8-C9FCF7859DEA}"/>
                </a:ext>
              </a:extLst>
            </p:cNvPr>
            <p:cNvSpPr/>
            <p:nvPr/>
          </p:nvSpPr>
          <p:spPr>
            <a:xfrm>
              <a:off x="1802673" y="2591421"/>
              <a:ext cx="360000" cy="3600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a:t>M</a:t>
              </a:r>
            </a:p>
          </p:txBody>
        </p:sp>
        <p:sp>
          <p:nvSpPr>
            <p:cNvPr id="18" name="Rectangle: Rounded Corners 26">
              <a:extLst>
                <a:ext uri="{FF2B5EF4-FFF2-40B4-BE49-F238E27FC236}">
                  <a16:creationId xmlns:a16="http://schemas.microsoft.com/office/drawing/2014/main" id="{78D65BFA-1CD5-FCDB-1C65-134266AC694A}"/>
                </a:ext>
              </a:extLst>
            </p:cNvPr>
            <p:cNvSpPr/>
            <p:nvPr/>
          </p:nvSpPr>
          <p:spPr>
            <a:xfrm>
              <a:off x="1802673" y="3032468"/>
              <a:ext cx="360000" cy="360000"/>
            </a:xfrm>
            <a:prstGeom prst="roundRect">
              <a:avLst/>
            </a:prstGeom>
            <a:solidFill>
              <a:srgbClr val="00B050"/>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b="1"/>
                <a:t>A</a:t>
              </a:r>
            </a:p>
          </p:txBody>
        </p:sp>
        <p:sp>
          <p:nvSpPr>
            <p:cNvPr id="19" name="Rectangle: Rounded Corners 27">
              <a:extLst>
                <a:ext uri="{FF2B5EF4-FFF2-40B4-BE49-F238E27FC236}">
                  <a16:creationId xmlns:a16="http://schemas.microsoft.com/office/drawing/2014/main" id="{2BADDA7E-67D4-06DC-7EDF-DCDDC38ED718}"/>
                </a:ext>
              </a:extLst>
            </p:cNvPr>
            <p:cNvSpPr/>
            <p:nvPr/>
          </p:nvSpPr>
          <p:spPr>
            <a:xfrm>
              <a:off x="1802673" y="3472203"/>
              <a:ext cx="360000" cy="360000"/>
            </a:xfrm>
            <a:prstGeom prst="round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b="1"/>
                <a:t>D</a:t>
              </a:r>
            </a:p>
          </p:txBody>
        </p:sp>
        <p:sp>
          <p:nvSpPr>
            <p:cNvPr id="27" name="Rectangle: Rounded Corners 54">
              <a:extLst>
                <a:ext uri="{FF2B5EF4-FFF2-40B4-BE49-F238E27FC236}">
                  <a16:creationId xmlns:a16="http://schemas.microsoft.com/office/drawing/2014/main" id="{8B7A44E5-18DC-2177-EC05-1891416F1925}"/>
                </a:ext>
              </a:extLst>
            </p:cNvPr>
            <p:cNvSpPr/>
            <p:nvPr/>
          </p:nvSpPr>
          <p:spPr>
            <a:xfrm>
              <a:off x="1802673" y="3913376"/>
              <a:ext cx="360000" cy="360000"/>
            </a:xfrm>
            <a:prstGeom prst="roundRect">
              <a:avLst/>
            </a:prstGeom>
            <a:solidFill>
              <a:srgbClr val="C62BC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a:t>R</a:t>
              </a:r>
            </a:p>
          </p:txBody>
        </p:sp>
        <p:sp>
          <p:nvSpPr>
            <p:cNvPr id="29" name="TextBox 28">
              <a:extLst>
                <a:ext uri="{FF2B5EF4-FFF2-40B4-BE49-F238E27FC236}">
                  <a16:creationId xmlns:a16="http://schemas.microsoft.com/office/drawing/2014/main" id="{9FCD531B-D0BF-43FA-1E78-55BB2A0C01C9}"/>
                </a:ext>
              </a:extLst>
            </p:cNvPr>
            <p:cNvSpPr txBox="1"/>
            <p:nvPr/>
          </p:nvSpPr>
          <p:spPr>
            <a:xfrm>
              <a:off x="2275889" y="2156015"/>
              <a:ext cx="5843716" cy="344069"/>
            </a:xfrm>
            <a:prstGeom prst="rect">
              <a:avLst/>
            </a:prstGeom>
            <a:noFill/>
          </p:spPr>
          <p:txBody>
            <a:bodyPr wrap="none" rtlCol="0">
              <a:spAutoFit/>
            </a:bodyPr>
            <a:lstStyle/>
            <a:p>
              <a:pPr lvl="0">
                <a:lnSpc>
                  <a:spcPct val="107000"/>
                </a:lnSpc>
              </a:pPr>
              <a:r>
                <a:rPr lang="en-GB" sz="1600">
                  <a:effectLst/>
                  <a:latin typeface="Calibri" panose="020F0502020204030204" pitchFamily="34" charset="0"/>
                  <a:ea typeface="Calibri" panose="020F0502020204030204" pitchFamily="34" charset="0"/>
                  <a:cs typeface="Times New Roman" panose="02020603050405020304" pitchFamily="18" charset="0"/>
                </a:rPr>
                <a:t>An untracked file – a file that has not yet been staged or committed.</a:t>
              </a:r>
            </a:p>
          </p:txBody>
        </p:sp>
        <p:sp>
          <p:nvSpPr>
            <p:cNvPr id="30" name="TextBox 29">
              <a:extLst>
                <a:ext uri="{FF2B5EF4-FFF2-40B4-BE49-F238E27FC236}">
                  <a16:creationId xmlns:a16="http://schemas.microsoft.com/office/drawing/2014/main" id="{0FC22C77-A061-C633-33C6-75255527E5E4}"/>
                </a:ext>
              </a:extLst>
            </p:cNvPr>
            <p:cNvSpPr txBox="1"/>
            <p:nvPr/>
          </p:nvSpPr>
          <p:spPr>
            <a:xfrm>
              <a:off x="2275889" y="2600822"/>
              <a:ext cx="2585644" cy="344069"/>
            </a:xfrm>
            <a:prstGeom prst="rect">
              <a:avLst/>
            </a:prstGeom>
            <a:noFill/>
          </p:spPr>
          <p:txBody>
            <a:bodyPr wrap="none" rtlCol="0">
              <a:spAutoFit/>
            </a:bodyPr>
            <a:lstStyle/>
            <a:p>
              <a:pPr lvl="0">
                <a:lnSpc>
                  <a:spcPct val="107000"/>
                </a:lnSpc>
              </a:pPr>
              <a:r>
                <a:rPr lang="en-GB" sz="1600">
                  <a:effectLst/>
                  <a:latin typeface="Calibri" panose="020F0502020204030204" pitchFamily="34" charset="0"/>
                  <a:ea typeface="Calibri" panose="020F0502020204030204" pitchFamily="34" charset="0"/>
                  <a:cs typeface="Times New Roman" panose="02020603050405020304" pitchFamily="18" charset="0"/>
                </a:rPr>
                <a:t>A file that has been modified</a:t>
              </a:r>
            </a:p>
          </p:txBody>
        </p:sp>
        <p:sp>
          <p:nvSpPr>
            <p:cNvPr id="31" name="TextBox 30">
              <a:extLst>
                <a:ext uri="{FF2B5EF4-FFF2-40B4-BE49-F238E27FC236}">
                  <a16:creationId xmlns:a16="http://schemas.microsoft.com/office/drawing/2014/main" id="{F5870648-C3AD-4D5E-B19F-089D409D341B}"/>
                </a:ext>
              </a:extLst>
            </p:cNvPr>
            <p:cNvSpPr txBox="1"/>
            <p:nvPr/>
          </p:nvSpPr>
          <p:spPr>
            <a:xfrm>
              <a:off x="2275889" y="3040718"/>
              <a:ext cx="4010842" cy="344069"/>
            </a:xfrm>
            <a:prstGeom prst="rect">
              <a:avLst/>
            </a:prstGeom>
            <a:noFill/>
          </p:spPr>
          <p:txBody>
            <a:bodyPr wrap="none" rtlCol="0">
              <a:spAutoFit/>
            </a:bodyPr>
            <a:lstStyle/>
            <a:p>
              <a:pPr lvl="0">
                <a:lnSpc>
                  <a:spcPct val="107000"/>
                </a:lnSpc>
              </a:pPr>
              <a:r>
                <a:rPr lang="en-GB" sz="1600">
                  <a:effectLst/>
                  <a:latin typeface="Calibri" panose="020F0502020204030204" pitchFamily="34" charset="0"/>
                  <a:ea typeface="Calibri" panose="020F0502020204030204" pitchFamily="34" charset="0"/>
                  <a:cs typeface="Times New Roman" panose="02020603050405020304" pitchFamily="18" charset="0"/>
                </a:rPr>
                <a:t>A file that has been added to the staging area.</a:t>
              </a:r>
            </a:p>
          </p:txBody>
        </p:sp>
        <p:sp>
          <p:nvSpPr>
            <p:cNvPr id="32" name="TextBox 31">
              <a:extLst>
                <a:ext uri="{FF2B5EF4-FFF2-40B4-BE49-F238E27FC236}">
                  <a16:creationId xmlns:a16="http://schemas.microsoft.com/office/drawing/2014/main" id="{FC533BF4-8B9B-3CD8-4692-2EF7C79D1341}"/>
                </a:ext>
              </a:extLst>
            </p:cNvPr>
            <p:cNvSpPr txBox="1"/>
            <p:nvPr/>
          </p:nvSpPr>
          <p:spPr>
            <a:xfrm>
              <a:off x="2275889" y="3482926"/>
              <a:ext cx="2526269" cy="338554"/>
            </a:xfrm>
            <a:prstGeom prst="rect">
              <a:avLst/>
            </a:prstGeom>
            <a:noFill/>
          </p:spPr>
          <p:txBody>
            <a:bodyPr wrap="none" rtlCol="0">
              <a:spAutoFit/>
            </a:bodyPr>
            <a:lstStyle/>
            <a:p>
              <a:r>
                <a:rPr lang="en-GB" sz="1600">
                  <a:effectLst/>
                  <a:latin typeface="Calibri" panose="020F0502020204030204" pitchFamily="34" charset="0"/>
                  <a:ea typeface="Calibri" panose="020F0502020204030204" pitchFamily="34" charset="0"/>
                  <a:cs typeface="Times New Roman" panose="02020603050405020304" pitchFamily="18" charset="0"/>
                </a:rPr>
                <a:t>A file that has been deleted.</a:t>
              </a:r>
            </a:p>
          </p:txBody>
        </p:sp>
        <p:sp>
          <p:nvSpPr>
            <p:cNvPr id="33" name="TextBox 32">
              <a:extLst>
                <a:ext uri="{FF2B5EF4-FFF2-40B4-BE49-F238E27FC236}">
                  <a16:creationId xmlns:a16="http://schemas.microsoft.com/office/drawing/2014/main" id="{E6238F7A-A581-F013-762D-BDCC473F9703}"/>
                </a:ext>
              </a:extLst>
            </p:cNvPr>
            <p:cNvSpPr txBox="1"/>
            <p:nvPr/>
          </p:nvSpPr>
          <p:spPr>
            <a:xfrm>
              <a:off x="2275889" y="3925940"/>
              <a:ext cx="2642262" cy="338554"/>
            </a:xfrm>
            <a:prstGeom prst="rect">
              <a:avLst/>
            </a:prstGeom>
            <a:noFill/>
          </p:spPr>
          <p:txBody>
            <a:bodyPr wrap="none" rtlCol="0">
              <a:spAutoFit/>
            </a:bodyPr>
            <a:lstStyle/>
            <a:p>
              <a:r>
                <a:rPr lang="en-GB" sz="1600">
                  <a:effectLst/>
                  <a:latin typeface="Calibri" panose="020F0502020204030204" pitchFamily="34" charset="0"/>
                  <a:ea typeface="Calibri" panose="020F0502020204030204" pitchFamily="34" charset="0"/>
                  <a:cs typeface="Times New Roman" panose="02020603050405020304" pitchFamily="18" charset="0"/>
                </a:rPr>
                <a:t>A file that has been renamed.</a:t>
              </a:r>
              <a:endParaRPr lang="en-GB" sz="1600"/>
            </a:p>
          </p:txBody>
        </p:sp>
      </p:grpSp>
    </p:spTree>
    <p:extLst>
      <p:ext uri="{BB962C8B-B14F-4D97-AF65-F5344CB8AC3E}">
        <p14:creationId xmlns:p14="http://schemas.microsoft.com/office/powerpoint/2010/main" val="32951095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582168" y="-162812"/>
            <a:ext cx="10515600" cy="1325563"/>
          </a:xfrm>
        </p:spPr>
        <p:txBody>
          <a:bodyPr>
            <a:normAutofit/>
          </a:bodyPr>
          <a:lstStyle/>
          <a:p>
            <a:r>
              <a:rPr lang="en-GB" sz="3600" dirty="0">
                <a:solidFill>
                  <a:srgbClr val="1D609D"/>
                </a:solidFill>
              </a:rPr>
              <a:t>Push changes</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582168" y="862457"/>
            <a:ext cx="10515600" cy="4351338"/>
          </a:xfrm>
        </p:spPr>
        <p:txBody>
          <a:bodyPr/>
          <a:lstStyle/>
          <a:p>
            <a:pPr marL="0" indent="0">
              <a:buNone/>
            </a:pPr>
            <a:r>
              <a:rPr lang="en-GB"/>
              <a:t>GUI</a:t>
            </a:r>
          </a:p>
        </p:txBody>
      </p:sp>
      <p:pic>
        <p:nvPicPr>
          <p:cNvPr id="6" name="Picture 5">
            <a:extLst>
              <a:ext uri="{FF2B5EF4-FFF2-40B4-BE49-F238E27FC236}">
                <a16:creationId xmlns:a16="http://schemas.microsoft.com/office/drawing/2014/main" id="{44874061-A3EA-4976-B017-4E151D7F466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83476" y="1556837"/>
            <a:ext cx="7515859" cy="4227830"/>
          </a:xfrm>
          <a:prstGeom prst="rect">
            <a:avLst/>
          </a:prstGeom>
        </p:spPr>
      </p:pic>
      <p:sp>
        <p:nvSpPr>
          <p:cNvPr id="7" name="TextBox 6">
            <a:extLst>
              <a:ext uri="{FF2B5EF4-FFF2-40B4-BE49-F238E27FC236}">
                <a16:creationId xmlns:a16="http://schemas.microsoft.com/office/drawing/2014/main" id="{1CB10D34-6ECE-4BE7-93C6-44A0A3D7797A}"/>
              </a:ext>
            </a:extLst>
          </p:cNvPr>
          <p:cNvSpPr txBox="1"/>
          <p:nvPr/>
        </p:nvSpPr>
        <p:spPr>
          <a:xfrm>
            <a:off x="8098027" y="1463045"/>
            <a:ext cx="3739833" cy="3931910"/>
          </a:xfrm>
          <a:prstGeom prst="rect">
            <a:avLst/>
          </a:prstGeom>
          <a:noFill/>
        </p:spPr>
        <p:txBody>
          <a:bodyPr wrap="square">
            <a:spAutoFit/>
          </a:bodyPr>
          <a:lstStyle/>
          <a:p>
            <a:pPr marL="342900" lvl="0" indent="-342900">
              <a:lnSpc>
                <a:spcPct val="107000"/>
              </a:lnSpc>
              <a:buFont typeface="+mj-lt"/>
              <a:buAutoNum type="arabicPeriod"/>
            </a:pPr>
            <a:r>
              <a:rPr lang="en-GB" sz="1800">
                <a:effectLst/>
                <a:latin typeface="Calibri" panose="020F0502020204030204" pitchFamily="34" charset="0"/>
                <a:ea typeface="Calibri" panose="020F0502020204030204" pitchFamily="34" charset="0"/>
                <a:cs typeface="Times New Roman" panose="02020603050405020304" pitchFamily="18" charset="0"/>
              </a:rPr>
              <a:t>After committing, you will see a pop-up listing any changes, additions, deletions and the commit message.</a:t>
            </a:r>
          </a:p>
          <a:p>
            <a:pPr marL="342900" lvl="0" indent="-342900">
              <a:lnSpc>
                <a:spcPct val="107000"/>
              </a:lnSpc>
              <a:buFont typeface="+mj-lt"/>
              <a:buAutoNum type="arabicPeriod"/>
            </a:pPr>
            <a:r>
              <a:rPr lang="en-GB" sz="1800">
                <a:effectLst/>
                <a:latin typeface="Calibri" panose="020F0502020204030204" pitchFamily="34" charset="0"/>
                <a:ea typeface="Calibri" panose="020F0502020204030204" pitchFamily="34" charset="0"/>
                <a:cs typeface="Times New Roman" panose="02020603050405020304" pitchFamily="18" charset="0"/>
              </a:rPr>
              <a:t>Back on the main RStudio screen, you can see how commits ahead of the remote GitHub repo you are.</a:t>
            </a:r>
          </a:p>
          <a:p>
            <a:pPr marL="342900" lvl="0" indent="-342900">
              <a:lnSpc>
                <a:spcPct val="107000"/>
              </a:lnSpc>
              <a:buFont typeface="+mj-lt"/>
              <a:buAutoNum type="arabicPeriod"/>
            </a:pPr>
            <a:r>
              <a:rPr lang="en-GB" sz="1800">
                <a:effectLst/>
                <a:latin typeface="Calibri" panose="020F0502020204030204" pitchFamily="34" charset="0"/>
                <a:ea typeface="Calibri" panose="020F0502020204030204" pitchFamily="34" charset="0"/>
                <a:cs typeface="Times New Roman" panose="02020603050405020304" pitchFamily="18" charset="0"/>
              </a:rPr>
              <a:t>To push your changes to GitHub, click the up arrow.</a:t>
            </a:r>
          </a:p>
          <a:p>
            <a:pPr marL="342900" lvl="0" indent="-342900">
              <a:lnSpc>
                <a:spcPct val="107000"/>
              </a:lnSpc>
              <a:spcAft>
                <a:spcPts val="800"/>
              </a:spcAft>
              <a:buFont typeface="+mj-lt"/>
              <a:buAutoNum type="arabicPeriod"/>
            </a:pPr>
            <a:r>
              <a:rPr lang="en-GB" sz="1800">
                <a:effectLst/>
                <a:latin typeface="Calibri" panose="020F0502020204030204" pitchFamily="34" charset="0"/>
                <a:ea typeface="Calibri" panose="020F0502020204030204" pitchFamily="34" charset="0"/>
                <a:cs typeface="Times New Roman" panose="02020603050405020304" pitchFamily="18" charset="0"/>
              </a:rPr>
              <a:t>You will see another pop-up confirming your branch has been updated on GitHub.</a:t>
            </a:r>
          </a:p>
        </p:txBody>
      </p:sp>
    </p:spTree>
    <p:extLst>
      <p:ext uri="{BB962C8B-B14F-4D97-AF65-F5344CB8AC3E}">
        <p14:creationId xmlns:p14="http://schemas.microsoft.com/office/powerpoint/2010/main" val="39390527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340BA-C41D-8E5C-8308-11D4C183A25D}"/>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30A45027-360F-02D6-CC18-888353B6CCDF}"/>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756314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476250" y="-232283"/>
            <a:ext cx="10515600" cy="1325563"/>
          </a:xfrm>
        </p:spPr>
        <p:txBody>
          <a:bodyPr>
            <a:normAutofit/>
          </a:bodyPr>
          <a:lstStyle/>
          <a:p>
            <a:r>
              <a:rPr lang="en-GB" sz="3600" dirty="0">
                <a:solidFill>
                  <a:srgbClr val="1D609D"/>
                </a:solidFill>
                <a:latin typeface="Calibri Light"/>
                <a:ea typeface="Calibri"/>
                <a:cs typeface="Calibri"/>
              </a:rPr>
              <a:t>Pull changes into a local branch</a:t>
            </a:r>
          </a:p>
        </p:txBody>
      </p:sp>
      <p:pic>
        <p:nvPicPr>
          <p:cNvPr id="4" name="Picture 4" descr="Graphical user interface, text, application&#10;&#10;Description automatically generated">
            <a:extLst>
              <a:ext uri="{FF2B5EF4-FFF2-40B4-BE49-F238E27FC236}">
                <a16:creationId xmlns:a16="http://schemas.microsoft.com/office/drawing/2014/main" id="{72CFB537-B36E-A03A-B62B-71A09449A582}"/>
              </a:ext>
            </a:extLst>
          </p:cNvPr>
          <p:cNvPicPr>
            <a:picLocks noChangeAspect="1"/>
          </p:cNvPicPr>
          <p:nvPr/>
        </p:nvPicPr>
        <p:blipFill>
          <a:blip r:embed="rId2"/>
          <a:stretch>
            <a:fillRect/>
          </a:stretch>
        </p:blipFill>
        <p:spPr>
          <a:xfrm>
            <a:off x="537210" y="781149"/>
            <a:ext cx="10308336" cy="3981341"/>
          </a:xfrm>
          <a:prstGeom prst="rect">
            <a:avLst/>
          </a:prstGeom>
        </p:spPr>
      </p:pic>
      <p:sp>
        <p:nvSpPr>
          <p:cNvPr id="5" name="TextBox 4">
            <a:extLst>
              <a:ext uri="{FF2B5EF4-FFF2-40B4-BE49-F238E27FC236}">
                <a16:creationId xmlns:a16="http://schemas.microsoft.com/office/drawing/2014/main" id="{C1BA7A40-782F-4A2A-9328-ADC0DAF9EB35}"/>
              </a:ext>
            </a:extLst>
          </p:cNvPr>
          <p:cNvSpPr txBox="1"/>
          <p:nvPr/>
        </p:nvSpPr>
        <p:spPr>
          <a:xfrm>
            <a:off x="298704" y="4469882"/>
            <a:ext cx="11082528" cy="2227213"/>
          </a:xfrm>
          <a:prstGeom prst="rect">
            <a:avLst/>
          </a:prstGeom>
          <a:noFill/>
        </p:spPr>
        <p:txBody>
          <a:bodyPr wrap="square">
            <a:spAutoFit/>
          </a:bodyPr>
          <a:lstStyle/>
          <a:p>
            <a:pPr>
              <a:lnSpc>
                <a:spcPct val="107000"/>
              </a:lnSpc>
              <a:spcAft>
                <a:spcPts val="800"/>
              </a:spcAft>
            </a:pPr>
            <a:r>
              <a:rPr lang="en-GB" sz="2800">
                <a:effectLst/>
                <a:latin typeface="Calibri" panose="020F0502020204030204" pitchFamily="34" charset="0"/>
                <a:ea typeface="Calibri" panose="020F0502020204030204" pitchFamily="34" charset="0"/>
                <a:cs typeface="Arial" panose="020B0604020202020204" pitchFamily="34" charset="0"/>
              </a:rPr>
              <a:t>GUI</a:t>
            </a:r>
          </a:p>
          <a:p>
            <a:pPr marL="342900" lvl="0" indent="-342900">
              <a:lnSpc>
                <a:spcPct val="107000"/>
              </a:lnSpc>
              <a:buFont typeface="+mj-lt"/>
              <a:buAutoNum type="arabicPeriod"/>
            </a:pPr>
            <a:r>
              <a:rPr lang="en-GB" sz="1800">
                <a:effectLst/>
                <a:latin typeface="Calibri" panose="020F0502020204030204" pitchFamily="34" charset="0"/>
                <a:ea typeface="Calibri" panose="020F0502020204030204" pitchFamily="34" charset="0"/>
                <a:cs typeface="Arial" panose="020B0604020202020204" pitchFamily="34" charset="0"/>
              </a:rPr>
              <a:t>After the merge has been accepted on GitHub, use the down arrow (next to the push arrow) to pull in the changes on GitHub.</a:t>
            </a:r>
          </a:p>
          <a:p>
            <a:pPr marL="342900" lvl="0" indent="-342900">
              <a:lnSpc>
                <a:spcPct val="107000"/>
              </a:lnSpc>
              <a:spcAft>
                <a:spcPts val="800"/>
              </a:spcAft>
              <a:buFont typeface="+mj-lt"/>
              <a:buAutoNum type="arabicPeriod"/>
            </a:pPr>
            <a:r>
              <a:rPr lang="en-GB" sz="1800">
                <a:effectLst/>
                <a:latin typeface="Calibri" panose="020F0502020204030204" pitchFamily="34" charset="0"/>
                <a:ea typeface="Calibri" panose="020F0502020204030204" pitchFamily="34" charset="0"/>
                <a:cs typeface="Arial" panose="020B0604020202020204" pitchFamily="34" charset="0"/>
              </a:rPr>
              <a:t>A pop up will appear showing the changes.</a:t>
            </a:r>
          </a:p>
          <a:p>
            <a:pPr>
              <a:lnSpc>
                <a:spcPct val="107000"/>
              </a:lnSpc>
              <a:spcAft>
                <a:spcPts val="800"/>
              </a:spcAft>
            </a:pPr>
            <a:r>
              <a:rPr lang="en-GB" sz="1800">
                <a:effectLst/>
                <a:latin typeface="Calibri" panose="020F0502020204030204" pitchFamily="34" charset="0"/>
                <a:ea typeface="Calibri" panose="020F0502020204030204" pitchFamily="34" charset="0"/>
                <a:cs typeface="Arial" panose="020B0604020202020204" pitchFamily="34" charset="0"/>
              </a:rPr>
              <a:t>In the GUI example screen shots, StewBranch2 was merged with Main branch.  The local copy of Main Branch in R-Studio was updated by pulling the changes to Main Branch from GitHub. </a:t>
            </a:r>
          </a:p>
        </p:txBody>
      </p:sp>
    </p:spTree>
    <p:extLst>
      <p:ext uri="{BB962C8B-B14F-4D97-AF65-F5344CB8AC3E}">
        <p14:creationId xmlns:p14="http://schemas.microsoft.com/office/powerpoint/2010/main" val="10143913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5">
            <a:extLst>
              <a:ext uri="{FF2B5EF4-FFF2-40B4-BE49-F238E27FC236}">
                <a16:creationId xmlns:a16="http://schemas.microsoft.com/office/drawing/2014/main" id="{E505EC54-F19A-5BE5-DAA3-7F68C212E780}"/>
              </a:ext>
            </a:extLst>
          </p:cNvPr>
          <p:cNvPicPr>
            <a:picLocks noChangeAspect="1"/>
          </p:cNvPicPr>
          <p:nvPr/>
        </p:nvPicPr>
        <p:blipFill>
          <a:blip r:embed="rId3"/>
          <a:stretch>
            <a:fillRect/>
          </a:stretch>
        </p:blipFill>
        <p:spPr>
          <a:xfrm>
            <a:off x="10043" y="576724"/>
            <a:ext cx="11761211" cy="6216155"/>
          </a:xfrm>
          <a:prstGeom prst="rect">
            <a:avLst/>
          </a:prstGeom>
        </p:spPr>
      </p:pic>
      <p:sp>
        <p:nvSpPr>
          <p:cNvPr id="5" name="TextBox 4">
            <a:extLst>
              <a:ext uri="{FF2B5EF4-FFF2-40B4-BE49-F238E27FC236}">
                <a16:creationId xmlns:a16="http://schemas.microsoft.com/office/drawing/2014/main" id="{C1BA7A40-782F-4A2A-9328-ADC0DAF9EB35}"/>
              </a:ext>
            </a:extLst>
          </p:cNvPr>
          <p:cNvSpPr txBox="1"/>
          <p:nvPr/>
        </p:nvSpPr>
        <p:spPr>
          <a:xfrm>
            <a:off x="6284657" y="574636"/>
            <a:ext cx="5574888" cy="1930850"/>
          </a:xfrm>
          <a:prstGeom prst="rect">
            <a:avLst/>
          </a:prstGeom>
          <a:noFill/>
        </p:spPr>
        <p:txBody>
          <a:bodyPr wrap="square" lIns="91440" tIns="45720" rIns="91440" bIns="45720" anchor="t">
            <a:spAutoFit/>
          </a:bodyPr>
          <a:lstStyle/>
          <a:p>
            <a:pPr>
              <a:lnSpc>
                <a:spcPct val="107000"/>
              </a:lnSpc>
              <a:spcAft>
                <a:spcPts val="800"/>
              </a:spcAft>
            </a:pPr>
            <a:r>
              <a:rPr lang="en-GB" sz="2800">
                <a:effectLst/>
                <a:latin typeface="Calibri"/>
                <a:ea typeface="Calibri" panose="020F0502020204030204" pitchFamily="34" charset="0"/>
                <a:cs typeface="Arial"/>
              </a:rPr>
              <a:t>GUI</a:t>
            </a:r>
          </a:p>
          <a:p>
            <a:pPr marL="342900" indent="-342900">
              <a:lnSpc>
                <a:spcPct val="107000"/>
              </a:lnSpc>
              <a:spcAft>
                <a:spcPts val="800"/>
              </a:spcAft>
              <a:buAutoNum type="arabicPeriod"/>
            </a:pPr>
            <a:r>
              <a:rPr lang="en-GB">
                <a:latin typeface="Calibri"/>
                <a:ea typeface="Calibri" panose="020F0502020204030204" pitchFamily="34" charset="0"/>
                <a:cs typeface="Arial"/>
              </a:rPr>
              <a:t>In</a:t>
            </a:r>
            <a:r>
              <a:rPr lang="en-GB" sz="1800">
                <a:effectLst/>
                <a:latin typeface="Calibri"/>
                <a:ea typeface="Calibri" panose="020F0502020204030204" pitchFamily="34" charset="0"/>
                <a:cs typeface="Arial"/>
              </a:rPr>
              <a:t> the </a:t>
            </a:r>
            <a:r>
              <a:rPr lang="en-GB" sz="1800" err="1">
                <a:effectLst/>
                <a:latin typeface="Calibri"/>
                <a:ea typeface="Calibri" panose="020F0502020204030204" pitchFamily="34" charset="0"/>
                <a:cs typeface="Arial"/>
              </a:rPr>
              <a:t>Rstudio</a:t>
            </a:r>
            <a:r>
              <a:rPr lang="en-GB" sz="1800">
                <a:effectLst/>
                <a:latin typeface="Calibri"/>
                <a:ea typeface="Calibri" panose="020F0502020204030204" pitchFamily="34" charset="0"/>
                <a:cs typeface="Arial"/>
              </a:rPr>
              <a:t> Git pane, click on “History” to see the commit history for the current branch.</a:t>
            </a:r>
          </a:p>
          <a:p>
            <a:pPr marL="342900" indent="-342900">
              <a:lnSpc>
                <a:spcPct val="107000"/>
              </a:lnSpc>
              <a:spcAft>
                <a:spcPts val="800"/>
              </a:spcAft>
              <a:buAutoNum type="arabicPeriod"/>
            </a:pPr>
            <a:r>
              <a:rPr lang="en-GB">
                <a:latin typeface="Calibri"/>
                <a:ea typeface="Calibri" panose="020F0502020204030204" pitchFamily="34" charset="0"/>
                <a:cs typeface="Arial"/>
              </a:rPr>
              <a:t>We can switch between the DIFF/COMMIT or HISTORY pop ups</a:t>
            </a:r>
          </a:p>
        </p:txBody>
      </p:sp>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268689" y="77491"/>
            <a:ext cx="10515600" cy="744377"/>
          </a:xfrm>
        </p:spPr>
        <p:txBody>
          <a:bodyPr>
            <a:normAutofit/>
          </a:bodyPr>
          <a:lstStyle/>
          <a:p>
            <a:r>
              <a:rPr lang="en-GB" sz="3600" dirty="0">
                <a:solidFill>
                  <a:srgbClr val="1D609D"/>
                </a:solidFill>
                <a:latin typeface="Calibri Light"/>
                <a:ea typeface="Calibri"/>
                <a:cs typeface="Calibri"/>
              </a:rPr>
              <a:t>View the commit history</a:t>
            </a:r>
          </a:p>
        </p:txBody>
      </p:sp>
      <p:sp>
        <p:nvSpPr>
          <p:cNvPr id="6" name="TextBox 5">
            <a:extLst>
              <a:ext uri="{FF2B5EF4-FFF2-40B4-BE49-F238E27FC236}">
                <a16:creationId xmlns:a16="http://schemas.microsoft.com/office/drawing/2014/main" id="{E3907E1C-A7FD-CD19-213A-CA621169B095}"/>
              </a:ext>
            </a:extLst>
          </p:cNvPr>
          <p:cNvSpPr txBox="1"/>
          <p:nvPr/>
        </p:nvSpPr>
        <p:spPr>
          <a:xfrm>
            <a:off x="510152" y="4798017"/>
            <a:ext cx="4087677"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a:cs typeface="Calibri"/>
              </a:rPr>
              <a:t>3. The author of the commit</a:t>
            </a:r>
          </a:p>
          <a:p>
            <a:endParaRPr lang="en-GB">
              <a:cs typeface="Calibri"/>
            </a:endParaRPr>
          </a:p>
          <a:p>
            <a:r>
              <a:rPr lang="en-GB">
                <a:cs typeface="Calibri"/>
              </a:rPr>
              <a:t>4. The date the commit took place</a:t>
            </a:r>
          </a:p>
          <a:p>
            <a:endParaRPr lang="en-GB">
              <a:cs typeface="Calibri"/>
            </a:endParaRPr>
          </a:p>
          <a:p>
            <a:r>
              <a:rPr lang="en-GB">
                <a:cs typeface="Calibri"/>
              </a:rPr>
              <a:t>5. The unique ID for the commit</a:t>
            </a:r>
          </a:p>
        </p:txBody>
      </p:sp>
    </p:spTree>
    <p:extLst>
      <p:ext uri="{BB962C8B-B14F-4D97-AF65-F5344CB8AC3E}">
        <p14:creationId xmlns:p14="http://schemas.microsoft.com/office/powerpoint/2010/main" val="26903093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649224" y="93749"/>
            <a:ext cx="10515600" cy="1325563"/>
          </a:xfrm>
        </p:spPr>
        <p:txBody>
          <a:bodyPr>
            <a:normAutofit/>
          </a:bodyPr>
          <a:lstStyle/>
          <a:p>
            <a:r>
              <a:rPr lang="en-GB" sz="3600" dirty="0">
                <a:solidFill>
                  <a:srgbClr val="1D609D"/>
                </a:solidFill>
              </a:rPr>
              <a:t>Create a branch</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798576" y="1563497"/>
            <a:ext cx="10515600" cy="4351338"/>
          </a:xfrm>
        </p:spPr>
        <p:txBody>
          <a:bodyPr>
            <a:normAutofit/>
          </a:bodyPr>
          <a:lstStyle/>
          <a:p>
            <a:pPr marL="0" indent="0">
              <a:buNone/>
            </a:pPr>
            <a:r>
              <a:rPr lang="en-GB"/>
              <a:t>Terminal</a:t>
            </a:r>
          </a:p>
        </p:txBody>
      </p:sp>
      <p:sp>
        <p:nvSpPr>
          <p:cNvPr id="6" name="TextBox 5">
            <a:extLst>
              <a:ext uri="{FF2B5EF4-FFF2-40B4-BE49-F238E27FC236}">
                <a16:creationId xmlns:a16="http://schemas.microsoft.com/office/drawing/2014/main" id="{41FA3B2C-4E24-4BDF-A903-A615332EF8AA}"/>
              </a:ext>
            </a:extLst>
          </p:cNvPr>
          <p:cNvSpPr txBox="1"/>
          <p:nvPr/>
        </p:nvSpPr>
        <p:spPr>
          <a:xfrm>
            <a:off x="893064" y="2110636"/>
            <a:ext cx="11170033" cy="1714572"/>
          </a:xfrm>
          <a:prstGeom prst="rect">
            <a:avLst/>
          </a:prstGeom>
          <a:noFill/>
        </p:spPr>
        <p:txBody>
          <a:bodyPr wrap="square">
            <a:spAutoFit/>
          </a:bodyPr>
          <a:lstStyle/>
          <a:p>
            <a:pPr marL="342900" lvl="0" indent="-342900">
              <a:lnSpc>
                <a:spcPct val="107000"/>
              </a:lnSpc>
              <a:spcAft>
                <a:spcPts val="600"/>
              </a:spcAft>
              <a:buFont typeface="Arial" panose="020B0604020202020204" pitchFamily="34" charset="0"/>
              <a:buChar char="•"/>
            </a:pPr>
            <a:r>
              <a:rPr lang="en-GB" sz="1800">
                <a:effectLst/>
                <a:latin typeface="Calibri" panose="020F0502020204030204" pitchFamily="34" charset="0"/>
                <a:ea typeface="Calibri" panose="020F0502020204030204" pitchFamily="34" charset="0"/>
                <a:cs typeface="Times New Roman" panose="02020603050405020304" pitchFamily="18" charset="0"/>
              </a:rPr>
              <a:t>Use the </a:t>
            </a: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status</a:t>
            </a:r>
            <a:r>
              <a:rPr lang="en-GB" sz="1800">
                <a:effectLst/>
                <a:latin typeface="Calibri" panose="020F0502020204030204" pitchFamily="34" charset="0"/>
                <a:ea typeface="Calibri" panose="020F0502020204030204" pitchFamily="34" charset="0"/>
                <a:cs typeface="Times New Roman" panose="02020603050405020304" pitchFamily="18" charset="0"/>
              </a:rPr>
              <a:t> command before you create a new branch. </a:t>
            </a: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status</a:t>
            </a:r>
            <a:r>
              <a:rPr lang="en-GB" sz="1800">
                <a:effectLst/>
                <a:latin typeface="Calibri" panose="020F0502020204030204" pitchFamily="34" charset="0"/>
                <a:ea typeface="Calibri" panose="020F0502020204030204" pitchFamily="34" charset="0"/>
                <a:cs typeface="Times New Roman" panose="02020603050405020304" pitchFamily="18" charset="0"/>
              </a:rPr>
              <a:t> displays the current state of your files and the staging area: what branch you’re on and which files have been modified or staged since the last commit.</a:t>
            </a:r>
          </a:p>
          <a:p>
            <a:pPr marL="342900" lvl="0" indent="-342900">
              <a:lnSpc>
                <a:spcPct val="107000"/>
              </a:lnSpc>
              <a:spcAft>
                <a:spcPts val="600"/>
              </a:spcAft>
              <a:buFont typeface="Arial" panose="020B0604020202020204" pitchFamily="34" charset="0"/>
              <a:buChar char="•"/>
            </a:pP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To create a new branch:</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a:p>
            <a:pPr marL="742950" indent="-285750">
              <a:lnSpc>
                <a:spcPct val="107000"/>
              </a:lnSpc>
              <a:spcAft>
                <a:spcPts val="600"/>
              </a:spcAft>
              <a:buFont typeface="Arial" panose="020B0604020202020204" pitchFamily="34" charset="0"/>
              <a:buChar char="•"/>
            </a:pP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checkout –b </a:t>
            </a:r>
            <a:r>
              <a:rPr lang="en-GB" sz="1800" err="1">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my_branch</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6552733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685800" y="345571"/>
            <a:ext cx="10515600" cy="1325563"/>
          </a:xfrm>
        </p:spPr>
        <p:txBody>
          <a:bodyPr>
            <a:normAutofit/>
          </a:bodyPr>
          <a:lstStyle/>
          <a:p>
            <a:r>
              <a:rPr lang="en-GB" sz="3600" dirty="0">
                <a:solidFill>
                  <a:srgbClr val="1D609D"/>
                </a:solidFill>
              </a:rPr>
              <a:t>Edit some files, for example write some code to an R script</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685800" y="2022981"/>
            <a:ext cx="10515600" cy="4351338"/>
          </a:xfrm>
        </p:spPr>
        <p:txBody>
          <a:bodyPr/>
          <a:lstStyle/>
          <a:p>
            <a:pPr marL="0" indent="0">
              <a:buNone/>
            </a:pPr>
            <a:r>
              <a:rPr lang="en-GB"/>
              <a:t>Terminal</a:t>
            </a:r>
          </a:p>
        </p:txBody>
      </p:sp>
      <p:sp>
        <p:nvSpPr>
          <p:cNvPr id="8" name="TextBox 7">
            <a:extLst>
              <a:ext uri="{FF2B5EF4-FFF2-40B4-BE49-F238E27FC236}">
                <a16:creationId xmlns:a16="http://schemas.microsoft.com/office/drawing/2014/main" id="{9641A1B3-68E1-4F21-AA6C-08D61C064927}"/>
              </a:ext>
            </a:extLst>
          </p:cNvPr>
          <p:cNvSpPr txBox="1"/>
          <p:nvPr/>
        </p:nvSpPr>
        <p:spPr>
          <a:xfrm>
            <a:off x="838200" y="2726674"/>
            <a:ext cx="10439400" cy="2169825"/>
          </a:xfrm>
          <a:prstGeom prst="rect">
            <a:avLst/>
          </a:prstGeom>
          <a:noFill/>
        </p:spPr>
        <p:txBody>
          <a:bodyPr wrap="square">
            <a:spAutoFit/>
          </a:bodyPr>
          <a:lstStyle/>
          <a:p>
            <a:pPr>
              <a:spcBef>
                <a:spcPts val="900"/>
              </a:spcBef>
              <a:spcAft>
                <a:spcPts val="9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In the terminal, </a:t>
            </a:r>
            <a:r>
              <a:rPr lang="en-GB" sz="1800" dirty="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status</a:t>
            </a:r>
            <a:r>
              <a:rPr lang="en-GB" sz="1800" dirty="0">
                <a:effectLst/>
                <a:latin typeface="Calibri" panose="020F0502020204030204" pitchFamily="34" charset="0"/>
                <a:ea typeface="Calibri" panose="020F0502020204030204" pitchFamily="34" charset="0"/>
                <a:cs typeface="Times New Roman" panose="02020603050405020304" pitchFamily="18" charset="0"/>
              </a:rPr>
              <a:t> displays the current state of your files and the staging area.</a:t>
            </a:r>
          </a:p>
          <a:p>
            <a:pPr>
              <a:spcBef>
                <a:spcPts val="900"/>
              </a:spcBef>
              <a:spcAft>
                <a:spcPts val="900"/>
              </a:spcAft>
            </a:pPr>
            <a:endParaRPr lang="en-GB" dirty="0">
              <a:latin typeface="Calibri" panose="020F0502020204030204" pitchFamily="34" charset="0"/>
              <a:ea typeface="Calibri" panose="020F0502020204030204" pitchFamily="34" charset="0"/>
              <a:cs typeface="Times New Roman" panose="02020603050405020304" pitchFamily="18" charset="0"/>
            </a:endParaRPr>
          </a:p>
          <a:p>
            <a:pPr>
              <a:spcBef>
                <a:spcPts val="900"/>
              </a:spcBef>
              <a:spcAft>
                <a:spcPts val="900"/>
              </a:spcAft>
            </a:pPr>
            <a:r>
              <a:rPr lang="en-GB" sz="1800" dirty="0">
                <a:effectLst/>
                <a:latin typeface="Calibri" panose="020F0502020204030204" pitchFamily="34" charset="0"/>
                <a:ea typeface="Calibri" panose="020F0502020204030204" pitchFamily="34" charset="0"/>
                <a:cs typeface="Times New Roman" panose="02020603050405020304" pitchFamily="18" charset="0"/>
              </a:rPr>
              <a:t>You can also use </a:t>
            </a:r>
            <a:r>
              <a:rPr lang="en-US" sz="1800" dirty="0">
                <a:effectLst/>
                <a:latin typeface="Calibri" panose="020F0502020204030204" pitchFamily="34" charset="0"/>
                <a:ea typeface="Calibri" panose="020F0502020204030204" pitchFamily="34" charset="0"/>
                <a:cs typeface="Times New Roman" panose="02020603050405020304" pitchFamily="18" charset="0"/>
              </a:rPr>
              <a:t>the </a:t>
            </a:r>
            <a:r>
              <a:rPr lang="en-US" sz="1800" dirty="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diff</a:t>
            </a:r>
            <a:r>
              <a:rPr lang="en-US" sz="1800" dirty="0">
                <a:effectLst/>
                <a:latin typeface="Calibri" panose="020F0502020204030204" pitchFamily="34" charset="0"/>
                <a:ea typeface="Calibri" panose="020F0502020204030204" pitchFamily="34" charset="0"/>
                <a:cs typeface="Times New Roman" panose="02020603050405020304" pitchFamily="18" charset="0"/>
              </a:rPr>
              <a:t> command to show changes. Typing the command without any options shows the uncommitted changes since the last commit.</a:t>
            </a:r>
          </a:p>
          <a:p>
            <a:pPr>
              <a:spcBef>
                <a:spcPts val="900"/>
              </a:spcBef>
              <a:spcAft>
                <a:spcPts val="900"/>
              </a:spcAft>
            </a:pPr>
            <a:endParaRPr lang="en-GB"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522798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838200" y="0"/>
            <a:ext cx="10515600" cy="1325563"/>
          </a:xfrm>
        </p:spPr>
        <p:txBody>
          <a:bodyPr>
            <a:normAutofit/>
          </a:bodyPr>
          <a:lstStyle/>
          <a:p>
            <a:r>
              <a:rPr lang="en-GB" sz="3600" dirty="0">
                <a:solidFill>
                  <a:srgbClr val="1D609D"/>
                </a:solidFill>
              </a:rPr>
              <a:t>Stage and commit a group of changes</a:t>
            </a:r>
          </a:p>
        </p:txBody>
      </p:sp>
      <p:sp>
        <p:nvSpPr>
          <p:cNvPr id="3" name="Content Placeholder 2">
            <a:extLst>
              <a:ext uri="{FF2B5EF4-FFF2-40B4-BE49-F238E27FC236}">
                <a16:creationId xmlns:a16="http://schemas.microsoft.com/office/drawing/2014/main" id="{089D3375-BAAA-4F23-A267-E5605B9419AB}"/>
              </a:ext>
            </a:extLst>
          </p:cNvPr>
          <p:cNvSpPr>
            <a:spLocks noGrp="1"/>
          </p:cNvSpPr>
          <p:nvPr>
            <p:ph idx="1"/>
          </p:nvPr>
        </p:nvSpPr>
        <p:spPr>
          <a:xfrm>
            <a:off x="862584" y="1100201"/>
            <a:ext cx="10515600" cy="4351338"/>
          </a:xfrm>
        </p:spPr>
        <p:txBody>
          <a:bodyPr/>
          <a:lstStyle/>
          <a:p>
            <a:pPr marL="0" indent="0">
              <a:buNone/>
            </a:pPr>
            <a:r>
              <a:rPr lang="en-GB"/>
              <a:t>Terminal</a:t>
            </a:r>
          </a:p>
        </p:txBody>
      </p:sp>
      <p:sp>
        <p:nvSpPr>
          <p:cNvPr id="11" name="TextBox 10">
            <a:extLst>
              <a:ext uri="{FF2B5EF4-FFF2-40B4-BE49-F238E27FC236}">
                <a16:creationId xmlns:a16="http://schemas.microsoft.com/office/drawing/2014/main" id="{79B2D801-8BB1-4C75-8FEA-D11CEDF0CFBD}"/>
              </a:ext>
            </a:extLst>
          </p:cNvPr>
          <p:cNvSpPr txBox="1"/>
          <p:nvPr/>
        </p:nvSpPr>
        <p:spPr>
          <a:xfrm>
            <a:off x="1057656" y="1924565"/>
            <a:ext cx="10515600" cy="3760645"/>
          </a:xfrm>
          <a:prstGeom prst="rect">
            <a:avLst/>
          </a:prstGeom>
          <a:noFill/>
        </p:spPr>
        <p:txBody>
          <a:bodyPr wrap="square">
            <a:spAutoFit/>
          </a:bodyPr>
          <a:lstStyle/>
          <a:p>
            <a:pPr>
              <a:lnSpc>
                <a:spcPct val="107000"/>
              </a:lnSpc>
              <a:spcAft>
                <a:spcPts val="800"/>
              </a:spcAft>
            </a:pP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Use </a:t>
            </a:r>
            <a:r>
              <a:rPr lang="en-GB">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add</a:t>
            </a: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 to add files to the staging area.</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US">
                <a:effectLst/>
                <a:latin typeface="Calibri" panose="020F0502020204030204" pitchFamily="34" charset="0"/>
                <a:ea typeface="Calibri" panose="020F0502020204030204" pitchFamily="34" charset="0"/>
                <a:cs typeface="Times New Roman" panose="02020603050405020304" pitchFamily="18" charset="0"/>
              </a:rPr>
              <a:t>To stage a single file:</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457200" indent="457200">
              <a:lnSpc>
                <a:spcPct val="107000"/>
              </a:lnSpc>
              <a:spcAft>
                <a:spcPts val="600"/>
              </a:spcAft>
            </a:pP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add my_file.txt</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US">
                <a:effectLst/>
                <a:latin typeface="Calibri" panose="020F0502020204030204" pitchFamily="34" charset="0"/>
                <a:ea typeface="Calibri" panose="020F0502020204030204" pitchFamily="34" charset="0"/>
                <a:cs typeface="Times New Roman" panose="02020603050405020304" pitchFamily="18" charset="0"/>
              </a:rPr>
              <a:t>To stage all modified files:</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457200" indent="457200">
              <a:lnSpc>
                <a:spcPct val="107000"/>
              </a:lnSpc>
              <a:spcAft>
                <a:spcPts val="600"/>
              </a:spcAft>
            </a:pPr>
            <a:r>
              <a:rPr lang="en-US">
                <a:effectLst/>
                <a:latin typeface="Calibri" panose="020F0502020204030204" pitchFamily="34" charset="0"/>
                <a:ea typeface="Calibri" panose="020F0502020204030204" pitchFamily="34" charset="0"/>
                <a:cs typeface="Times New Roman" panose="02020603050405020304" pitchFamily="18" charset="0"/>
              </a:rPr>
              <a:t> </a:t>
            </a: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add .</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600"/>
              </a:spcAft>
            </a:pPr>
            <a:r>
              <a:rPr lang="en-US">
                <a:effectLst/>
                <a:latin typeface="Calibri" panose="020F0502020204030204" pitchFamily="34" charset="0"/>
                <a:ea typeface="Calibri" panose="020F0502020204030204" pitchFamily="34" charset="0"/>
                <a:cs typeface="Times New Roman" panose="02020603050405020304" pitchFamily="18" charset="0"/>
              </a:rPr>
              <a:t>Use </a:t>
            </a:r>
            <a:r>
              <a:rPr lang="en-GB">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commit</a:t>
            </a:r>
            <a:r>
              <a:rPr lang="en-US">
                <a:effectLst/>
                <a:latin typeface="Calibri" panose="020F0502020204030204" pitchFamily="34" charset="0"/>
                <a:ea typeface="Calibri" panose="020F0502020204030204" pitchFamily="34" charset="0"/>
                <a:cs typeface="Times New Roman" panose="02020603050405020304" pitchFamily="18" charset="0"/>
              </a:rPr>
              <a:t> to commit the staged files.</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US">
                <a:effectLst/>
                <a:latin typeface="Calibri" panose="020F0502020204030204" pitchFamily="34" charset="0"/>
                <a:ea typeface="Calibri" panose="020F0502020204030204" pitchFamily="34" charset="0"/>
                <a:cs typeface="Times New Roman" panose="02020603050405020304" pitchFamily="18" charset="0"/>
              </a:rPr>
              <a:t>To commit the staged files and open a text editor in which to type the commit message:</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457200" indent="457200">
              <a:lnSpc>
                <a:spcPct val="107000"/>
              </a:lnSpc>
              <a:spcAft>
                <a:spcPts val="600"/>
              </a:spcAft>
            </a:pP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commit</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US">
                <a:effectLst/>
                <a:latin typeface="Calibri" panose="020F0502020204030204" pitchFamily="34" charset="0"/>
                <a:ea typeface="Calibri" panose="020F0502020204030204" pitchFamily="34" charset="0"/>
                <a:cs typeface="Times New Roman" panose="02020603050405020304" pitchFamily="18" charset="0"/>
              </a:rPr>
              <a:t>To commit your changes and type an inline commit message (instead of opening the text editor):</a:t>
            </a:r>
            <a:endParaRPr lang="en-GB">
              <a:effectLst/>
              <a:latin typeface="Calibri" panose="020F0502020204030204" pitchFamily="34" charset="0"/>
              <a:ea typeface="Calibri" panose="020F0502020204030204" pitchFamily="34" charset="0"/>
              <a:cs typeface="Times New Roman" panose="02020603050405020304" pitchFamily="18" charset="0"/>
            </a:endParaRPr>
          </a:p>
          <a:p>
            <a:pPr marL="457200" indent="457200">
              <a:lnSpc>
                <a:spcPct val="107000"/>
              </a:lnSpc>
              <a:spcAft>
                <a:spcPts val="600"/>
              </a:spcAft>
            </a:pPr>
            <a:r>
              <a:rPr lang="en-US">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commit -m "My commit message"</a:t>
            </a:r>
            <a:endParaRPr lang="en-GB">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9505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6CC02-4AAE-443A-B57D-A83771EA38F3}"/>
              </a:ext>
            </a:extLst>
          </p:cNvPr>
          <p:cNvSpPr>
            <a:spLocks noGrp="1"/>
          </p:cNvSpPr>
          <p:nvPr>
            <p:ph type="title"/>
          </p:nvPr>
        </p:nvSpPr>
        <p:spPr>
          <a:xfrm>
            <a:off x="838200" y="2766218"/>
            <a:ext cx="10515600" cy="1325563"/>
          </a:xfrm>
        </p:spPr>
        <p:txBody>
          <a:bodyPr>
            <a:normAutofit/>
          </a:bodyPr>
          <a:lstStyle/>
          <a:p>
            <a:r>
              <a:rPr lang="en-GB" sz="6600" b="1" dirty="0">
                <a:solidFill>
                  <a:srgbClr val="1D609D"/>
                </a:solidFill>
              </a:rPr>
              <a:t>Terminal commands</a:t>
            </a:r>
          </a:p>
        </p:txBody>
      </p:sp>
    </p:spTree>
    <p:extLst>
      <p:ext uri="{BB962C8B-B14F-4D97-AF65-F5344CB8AC3E}">
        <p14:creationId xmlns:p14="http://schemas.microsoft.com/office/powerpoint/2010/main" val="12179129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0630D-F20D-48CF-B918-7193CE10C876}"/>
              </a:ext>
            </a:extLst>
          </p:cNvPr>
          <p:cNvSpPr>
            <a:spLocks noGrp="1"/>
          </p:cNvSpPr>
          <p:nvPr>
            <p:ph type="title"/>
          </p:nvPr>
        </p:nvSpPr>
        <p:spPr>
          <a:xfrm>
            <a:off x="771144" y="133477"/>
            <a:ext cx="10515600" cy="1325563"/>
          </a:xfrm>
        </p:spPr>
        <p:txBody>
          <a:bodyPr>
            <a:normAutofit/>
          </a:bodyPr>
          <a:lstStyle/>
          <a:p>
            <a:r>
              <a:rPr lang="en-GB" sz="3200" dirty="0">
                <a:solidFill>
                  <a:srgbClr val="1D609D"/>
                </a:solidFill>
              </a:rPr>
              <a:t>Push changes</a:t>
            </a:r>
          </a:p>
        </p:txBody>
      </p:sp>
      <p:sp>
        <p:nvSpPr>
          <p:cNvPr id="9" name="TextBox 8">
            <a:extLst>
              <a:ext uri="{FF2B5EF4-FFF2-40B4-BE49-F238E27FC236}">
                <a16:creationId xmlns:a16="http://schemas.microsoft.com/office/drawing/2014/main" id="{2D8C777A-8CFA-4E5C-91AC-93735D597E74}"/>
              </a:ext>
            </a:extLst>
          </p:cNvPr>
          <p:cNvSpPr txBox="1"/>
          <p:nvPr/>
        </p:nvSpPr>
        <p:spPr>
          <a:xfrm>
            <a:off x="1097280" y="1267525"/>
            <a:ext cx="9095232" cy="4361002"/>
          </a:xfrm>
          <a:prstGeom prst="rect">
            <a:avLst/>
          </a:prstGeom>
          <a:noFill/>
        </p:spPr>
        <p:txBody>
          <a:bodyPr wrap="square">
            <a:spAutoFit/>
          </a:bodyPr>
          <a:lstStyle/>
          <a:p>
            <a:pPr>
              <a:lnSpc>
                <a:spcPct val="107000"/>
              </a:lnSpc>
              <a:spcAft>
                <a:spcPts val="800"/>
              </a:spcAft>
            </a:pPr>
            <a:r>
              <a:rPr lang="en-US" sz="2800">
                <a:effectLst/>
                <a:latin typeface="Calibri" panose="020F0502020204030204" pitchFamily="34" charset="0"/>
                <a:ea typeface="Calibri" panose="020F0502020204030204" pitchFamily="34" charset="0"/>
                <a:cs typeface="Times New Roman" panose="02020603050405020304" pitchFamily="18" charset="0"/>
              </a:rPr>
              <a:t>Terminal</a:t>
            </a:r>
          </a:p>
          <a:p>
            <a:pPr>
              <a:lnSpc>
                <a:spcPct val="107000"/>
              </a:lnSpc>
              <a:spcAft>
                <a:spcPts val="800"/>
              </a:spcAft>
            </a:pPr>
            <a:endParaRPr lang="en-GB" sz="280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US" sz="1800">
                <a:effectLst/>
                <a:latin typeface="Calibri" panose="020F0502020204030204" pitchFamily="34" charset="0"/>
                <a:ea typeface="Calibri" panose="020F0502020204030204" pitchFamily="34" charset="0"/>
                <a:cs typeface="Times New Roman" panose="02020603050405020304" pitchFamily="18" charset="0"/>
              </a:rPr>
              <a:t>Use </a:t>
            </a: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push</a:t>
            </a:r>
            <a:r>
              <a:rPr lang="en-US" sz="1800">
                <a:effectLst/>
                <a:latin typeface="Calibri" panose="020F0502020204030204" pitchFamily="34" charset="0"/>
                <a:ea typeface="Calibri" panose="020F0502020204030204" pitchFamily="34" charset="0"/>
                <a:cs typeface="Times New Roman" panose="02020603050405020304" pitchFamily="18" charset="0"/>
              </a:rPr>
              <a:t> to push your branch to the remote repo.</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GB" sz="1800">
                <a:effectLst/>
                <a:latin typeface="Calibri" panose="020F0502020204030204" pitchFamily="34" charset="0"/>
                <a:ea typeface="Calibri" panose="020F0502020204030204" pitchFamily="34" charset="0"/>
                <a:cs typeface="Times New Roman" panose="02020603050405020304" pitchFamily="18" charset="0"/>
              </a:rPr>
              <a:t>To push to a branch that already exists on the remote repo:</a:t>
            </a:r>
          </a:p>
          <a:p>
            <a:pPr marL="457200" indent="457200">
              <a:lnSpc>
                <a:spcPct val="107000"/>
              </a:lnSpc>
              <a:spcAft>
                <a:spcPts val="600"/>
              </a:spcAft>
            </a:pP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push</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600"/>
              </a:spcAft>
              <a:buFont typeface="Symbol" panose="05050102010706020507" pitchFamily="18" charset="2"/>
              <a:buChar char=""/>
            </a:pPr>
            <a:r>
              <a:rPr lang="en-US" sz="1800">
                <a:effectLst/>
                <a:latin typeface="Calibri" panose="020F0502020204030204" pitchFamily="34" charset="0"/>
                <a:ea typeface="Calibri" panose="020F0502020204030204" pitchFamily="34" charset="0"/>
                <a:cs typeface="Times New Roman" panose="02020603050405020304" pitchFamily="18" charset="0"/>
              </a:rPr>
              <a:t>If your branch does not yet exist on the remote GitHub repo, the first time you push you will need to create a remote version:</a:t>
            </a:r>
            <a:endParaRPr lang="en-GB" sz="1800">
              <a:effectLst/>
              <a:latin typeface="Calibri" panose="020F0502020204030204" pitchFamily="34" charset="0"/>
              <a:ea typeface="Calibri" panose="020F0502020204030204" pitchFamily="34" charset="0"/>
              <a:cs typeface="Times New Roman" panose="02020603050405020304" pitchFamily="18" charset="0"/>
            </a:endParaRPr>
          </a:p>
          <a:p>
            <a:pPr marL="457200" indent="457200">
              <a:lnSpc>
                <a:spcPct val="107000"/>
              </a:lnSpc>
              <a:spcAft>
                <a:spcPts val="600"/>
              </a:spcAft>
            </a:pP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git push –u origin </a:t>
            </a:r>
            <a:r>
              <a:rPr lang="en-GB" sz="1800" err="1">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my_branch</a:t>
            </a:r>
            <a:endParaRPr lang="en-GB">
              <a:solidFill>
                <a:srgbClr val="000000"/>
              </a:solidFill>
              <a:latin typeface="Consolas" panose="020B0609020204030204" pitchFamily="49" charset="0"/>
              <a:ea typeface="Calibri" panose="020F0502020204030204" pitchFamily="34" charset="0"/>
              <a:cs typeface="Times New Roman" panose="02020603050405020304" pitchFamily="18" charset="0"/>
            </a:endParaRPr>
          </a:p>
          <a:p>
            <a:pPr marL="742950" indent="-285750">
              <a:lnSpc>
                <a:spcPct val="107000"/>
              </a:lnSpc>
              <a:spcAft>
                <a:spcPts val="600"/>
              </a:spcAft>
              <a:buFont typeface="Arial" panose="020B0604020202020204" pitchFamily="34" charset="0"/>
              <a:buChar char="•"/>
            </a:pPr>
            <a:endPar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endParaRPr>
          </a:p>
          <a:p>
            <a:pPr marL="742950" indent="-285750">
              <a:lnSpc>
                <a:spcPct val="107000"/>
              </a:lnSpc>
              <a:spcAft>
                <a:spcPts val="600"/>
              </a:spcAft>
              <a:buFont typeface="Arial" panose="020B0604020202020204" pitchFamily="34" charset="0"/>
              <a:buChar char="•"/>
            </a:pPr>
            <a:r>
              <a:rPr lang="en-GB" sz="1800">
                <a:effectLst/>
                <a:latin typeface="Calibri" panose="020F0502020204030204" pitchFamily="34" charset="0"/>
                <a:ea typeface="Calibri" panose="020F0502020204030204" pitchFamily="34" charset="0"/>
                <a:cs typeface="Times New Roman" panose="02020603050405020304" pitchFamily="18" charset="0"/>
              </a:rPr>
              <a:t>The option </a:t>
            </a: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-u</a:t>
            </a:r>
            <a:r>
              <a:rPr lang="en-GB" sz="1800">
                <a:effectLst/>
                <a:latin typeface="Calibri" panose="020F0502020204030204" pitchFamily="34" charset="0"/>
                <a:ea typeface="Calibri" panose="020F0502020204030204" pitchFamily="34" charset="0"/>
                <a:cs typeface="Times New Roman" panose="02020603050405020304" pitchFamily="18" charset="0"/>
              </a:rPr>
              <a:t> is a shortcut for </a:t>
            </a:r>
            <a:r>
              <a:rPr lang="en-GB" sz="1800">
                <a:solidFill>
                  <a:srgbClr val="000000"/>
                </a:solidFill>
                <a:effectLst/>
                <a:latin typeface="Consolas" panose="020B0609020204030204" pitchFamily="49" charset="0"/>
                <a:ea typeface="Calibri" panose="020F0502020204030204" pitchFamily="34" charset="0"/>
                <a:cs typeface="Times New Roman" panose="02020603050405020304" pitchFamily="18" charset="0"/>
              </a:rPr>
              <a:t>--set-upstream</a:t>
            </a:r>
            <a:r>
              <a:rPr lang="en-GB" sz="1800">
                <a:effectLst/>
                <a:latin typeface="Calibri" panose="020F0502020204030204" pitchFamily="34" charset="0"/>
                <a:ea typeface="Calibri" panose="020F0502020204030204" pitchFamily="34" charset="0"/>
                <a:cs typeface="Times New Roman" panose="02020603050405020304" pitchFamily="18" charset="0"/>
              </a:rPr>
              <a:t>, which creates a version of the branch on the remote repo. </a:t>
            </a:r>
          </a:p>
        </p:txBody>
      </p:sp>
    </p:spTree>
    <p:extLst>
      <p:ext uri="{BB962C8B-B14F-4D97-AF65-F5344CB8AC3E}">
        <p14:creationId xmlns:p14="http://schemas.microsoft.com/office/powerpoint/2010/main" val="41525443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838200" y="125091"/>
            <a:ext cx="10515600" cy="1325563"/>
          </a:xfrm>
        </p:spPr>
        <p:txBody>
          <a:bodyPr>
            <a:normAutofit/>
          </a:bodyPr>
          <a:lstStyle/>
          <a:p>
            <a:r>
              <a:rPr lang="en-GB" sz="3600" dirty="0">
                <a:solidFill>
                  <a:srgbClr val="1D609D"/>
                </a:solidFill>
                <a:latin typeface="Calibri Light"/>
                <a:ea typeface="Calibri"/>
                <a:cs typeface="Calibri"/>
              </a:rPr>
              <a:t>Pull changes into a local branch</a:t>
            </a:r>
          </a:p>
        </p:txBody>
      </p:sp>
      <p:sp>
        <p:nvSpPr>
          <p:cNvPr id="5" name="TextBox 4">
            <a:extLst>
              <a:ext uri="{FF2B5EF4-FFF2-40B4-BE49-F238E27FC236}">
                <a16:creationId xmlns:a16="http://schemas.microsoft.com/office/drawing/2014/main" id="{C1BA7A40-782F-4A2A-9328-ADC0DAF9EB35}"/>
              </a:ext>
            </a:extLst>
          </p:cNvPr>
          <p:cNvSpPr txBox="1"/>
          <p:nvPr/>
        </p:nvSpPr>
        <p:spPr>
          <a:xfrm>
            <a:off x="913637" y="1294448"/>
            <a:ext cx="7915275" cy="3135025"/>
          </a:xfrm>
          <a:prstGeom prst="rect">
            <a:avLst/>
          </a:prstGeom>
          <a:noFill/>
        </p:spPr>
        <p:txBody>
          <a:bodyPr wrap="square">
            <a:spAutoFit/>
          </a:bodyPr>
          <a:lstStyle/>
          <a:p>
            <a:pPr>
              <a:lnSpc>
                <a:spcPct val="107000"/>
              </a:lnSpc>
              <a:spcAft>
                <a:spcPts val="800"/>
              </a:spcAft>
            </a:pPr>
            <a:r>
              <a:rPr lang="en-GB" sz="2800">
                <a:effectLst/>
                <a:latin typeface="Calibri" panose="020F0502020204030204" pitchFamily="34" charset="0"/>
                <a:ea typeface="Calibri" panose="020F0502020204030204" pitchFamily="34" charset="0"/>
                <a:cs typeface="Arial" panose="020B0604020202020204" pitchFamily="34" charset="0"/>
              </a:rPr>
              <a:t>Terminal</a:t>
            </a:r>
          </a:p>
          <a:p>
            <a:pPr>
              <a:lnSpc>
                <a:spcPct val="107000"/>
              </a:lnSpc>
              <a:spcAft>
                <a:spcPts val="800"/>
              </a:spcAft>
            </a:pPr>
            <a:endParaRPr lang="en-GB" sz="2800">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a:effectLst/>
                <a:latin typeface="Calibri" panose="020F0502020204030204" pitchFamily="34" charset="0"/>
                <a:ea typeface="Calibri" panose="020F0502020204030204" pitchFamily="34" charset="0"/>
                <a:cs typeface="Arial" panose="020B0604020202020204" pitchFamily="34" charset="0"/>
              </a:rPr>
              <a:t>If you are not currently on the main branch, switch to it with:</a:t>
            </a:r>
          </a:p>
          <a:p>
            <a:pPr marL="574675" indent="339725">
              <a:lnSpc>
                <a:spcPct val="107000"/>
              </a:lnSpc>
              <a:spcAft>
                <a:spcPts val="600"/>
              </a:spcAft>
            </a:pPr>
            <a:r>
              <a:rPr lang="en-GB">
                <a:solidFill>
                  <a:srgbClr val="000000"/>
                </a:solidFill>
                <a:effectLst/>
                <a:latin typeface="Consolas" panose="020B0609020204030204" pitchFamily="49" charset="0"/>
                <a:ea typeface="Calibri" panose="020F0502020204030204" pitchFamily="34" charset="0"/>
                <a:cs typeface="Arial" panose="020B0604020202020204" pitchFamily="34" charset="0"/>
              </a:rPr>
              <a:t>git checkout main</a:t>
            </a:r>
            <a:endParaRPr lang="en-GB">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endParaRPr lang="en-GB" sz="2800">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a:effectLst/>
                <a:latin typeface="Calibri" panose="020F0502020204030204" pitchFamily="34" charset="0"/>
                <a:ea typeface="Calibri" panose="020F0502020204030204" pitchFamily="34" charset="0"/>
                <a:cs typeface="Arial" panose="020B0604020202020204" pitchFamily="34" charset="0"/>
              </a:rPr>
              <a:t>Use the </a:t>
            </a:r>
            <a:r>
              <a:rPr lang="en-GB">
                <a:solidFill>
                  <a:srgbClr val="000000"/>
                </a:solidFill>
                <a:effectLst/>
                <a:latin typeface="Consolas" panose="020B0609020204030204" pitchFamily="49" charset="0"/>
                <a:ea typeface="Calibri" panose="020F0502020204030204" pitchFamily="34" charset="0"/>
                <a:cs typeface="Arial" panose="020B0604020202020204" pitchFamily="34" charset="0"/>
              </a:rPr>
              <a:t>git pull</a:t>
            </a:r>
            <a:r>
              <a:rPr lang="en-GB">
                <a:effectLst/>
                <a:latin typeface="Calibri" panose="020F0502020204030204" pitchFamily="34" charset="0"/>
                <a:ea typeface="Calibri" panose="020F0502020204030204" pitchFamily="34" charset="0"/>
                <a:cs typeface="Arial" panose="020B0604020202020204" pitchFamily="34" charset="0"/>
              </a:rPr>
              <a:t> command to merge commits added to the remote branch into your local branch.</a:t>
            </a:r>
          </a:p>
        </p:txBody>
      </p:sp>
    </p:spTree>
    <p:extLst>
      <p:ext uri="{BB962C8B-B14F-4D97-AF65-F5344CB8AC3E}">
        <p14:creationId xmlns:p14="http://schemas.microsoft.com/office/powerpoint/2010/main" val="33794694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View the commit history</a:t>
            </a:r>
          </a:p>
        </p:txBody>
      </p:sp>
      <p:sp>
        <p:nvSpPr>
          <p:cNvPr id="5" name="TextBox 4">
            <a:extLst>
              <a:ext uri="{FF2B5EF4-FFF2-40B4-BE49-F238E27FC236}">
                <a16:creationId xmlns:a16="http://schemas.microsoft.com/office/drawing/2014/main" id="{C1BA7A40-782F-4A2A-9328-ADC0DAF9EB35}"/>
              </a:ext>
            </a:extLst>
          </p:cNvPr>
          <p:cNvSpPr txBox="1"/>
          <p:nvPr/>
        </p:nvSpPr>
        <p:spPr>
          <a:xfrm>
            <a:off x="1041653" y="1614755"/>
            <a:ext cx="7915275" cy="4084067"/>
          </a:xfrm>
          <a:prstGeom prst="rect">
            <a:avLst/>
          </a:prstGeom>
          <a:noFill/>
        </p:spPr>
        <p:txBody>
          <a:bodyPr wrap="square">
            <a:spAutoFit/>
          </a:bodyPr>
          <a:lstStyle/>
          <a:p>
            <a:pPr>
              <a:lnSpc>
                <a:spcPct val="107000"/>
              </a:lnSpc>
              <a:spcAft>
                <a:spcPts val="800"/>
              </a:spcAft>
            </a:pPr>
            <a:r>
              <a:rPr lang="en-GB" sz="2800">
                <a:effectLst/>
                <a:latin typeface="Calibri" panose="020F0502020204030204" pitchFamily="34" charset="0"/>
                <a:ea typeface="Calibri" panose="020F0502020204030204" pitchFamily="34" charset="0"/>
                <a:cs typeface="Arial" panose="020B0604020202020204" pitchFamily="34" charset="0"/>
              </a:rPr>
              <a:t>Terminal</a:t>
            </a:r>
          </a:p>
          <a:p>
            <a:pPr>
              <a:lnSpc>
                <a:spcPct val="107000"/>
              </a:lnSpc>
              <a:spcAft>
                <a:spcPts val="800"/>
              </a:spcAft>
            </a:pPr>
            <a:endParaRPr lang="en-GB" sz="2800">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sz="1800">
                <a:effectLst/>
                <a:latin typeface="Calibri" panose="020F0502020204030204" pitchFamily="34" charset="0"/>
                <a:ea typeface="Calibri" panose="020F0502020204030204" pitchFamily="34" charset="0"/>
                <a:cs typeface="Arial" panose="020B0604020202020204" pitchFamily="34" charset="0"/>
              </a:rPr>
              <a:t>The </a:t>
            </a:r>
            <a:r>
              <a:rPr lang="en-GB" sz="1800">
                <a:solidFill>
                  <a:srgbClr val="000000"/>
                </a:solidFill>
                <a:effectLst/>
                <a:latin typeface="Consolas" panose="020B0609020204030204" pitchFamily="49" charset="0"/>
                <a:ea typeface="Calibri" panose="020F0502020204030204" pitchFamily="34" charset="0"/>
                <a:cs typeface="Arial" panose="020B0604020202020204" pitchFamily="34" charset="0"/>
              </a:rPr>
              <a:t>git log</a:t>
            </a:r>
            <a:r>
              <a:rPr lang="en-GB" sz="1800">
                <a:effectLst/>
                <a:latin typeface="Calibri" panose="020F0502020204030204" pitchFamily="34" charset="0"/>
                <a:ea typeface="Calibri" panose="020F0502020204030204" pitchFamily="34" charset="0"/>
                <a:cs typeface="Arial" panose="020B0604020202020204" pitchFamily="34" charset="0"/>
              </a:rPr>
              <a:t> command shows the commit history for the current branch, starting with the most recent. The </a:t>
            </a:r>
            <a:r>
              <a:rPr lang="en-GB" sz="1800">
                <a:solidFill>
                  <a:srgbClr val="000000"/>
                </a:solidFill>
                <a:effectLst/>
                <a:latin typeface="Consolas" panose="020B0609020204030204" pitchFamily="49" charset="0"/>
                <a:ea typeface="Calibri" panose="020F0502020204030204" pitchFamily="34" charset="0"/>
                <a:cs typeface="Arial" panose="020B0604020202020204" pitchFamily="34" charset="0"/>
              </a:rPr>
              <a:t>--oneline</a:t>
            </a:r>
            <a:r>
              <a:rPr lang="en-GB" sz="1800">
                <a:effectLst/>
                <a:latin typeface="Calibri" panose="020F0502020204030204" pitchFamily="34" charset="0"/>
                <a:ea typeface="Calibri" panose="020F0502020204030204" pitchFamily="34" charset="0"/>
                <a:cs typeface="Arial" panose="020B0604020202020204" pitchFamily="34" charset="0"/>
              </a:rPr>
              <a:t> option is useful to condense the output. You can limit the number of commits shown with the </a:t>
            </a:r>
            <a:r>
              <a:rPr lang="en-GB" sz="1800">
                <a:solidFill>
                  <a:srgbClr val="000000"/>
                </a:solidFill>
                <a:effectLst/>
                <a:latin typeface="Consolas" panose="020B0609020204030204" pitchFamily="49" charset="0"/>
                <a:ea typeface="Calibri" panose="020F0502020204030204" pitchFamily="34" charset="0"/>
                <a:cs typeface="Arial" panose="020B0604020202020204" pitchFamily="34" charset="0"/>
              </a:rPr>
              <a:t>–</a:t>
            </a:r>
            <a:r>
              <a:rPr lang="en-GB" sz="1800">
                <a:effectLst/>
                <a:latin typeface="Calibri" panose="020F0502020204030204" pitchFamily="34" charset="0"/>
                <a:ea typeface="Calibri" panose="020F0502020204030204" pitchFamily="34" charset="0"/>
                <a:cs typeface="Arial" panose="020B0604020202020204" pitchFamily="34" charset="0"/>
              </a:rPr>
              <a:t> option.</a:t>
            </a:r>
          </a:p>
          <a:p>
            <a:pPr>
              <a:lnSpc>
                <a:spcPct val="107000"/>
              </a:lnSpc>
              <a:spcAft>
                <a:spcPts val="800"/>
              </a:spcAft>
            </a:pPr>
            <a:endParaRPr lang="en-GB" sz="1800">
              <a:effectLst/>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sz="1800">
                <a:effectLst/>
                <a:latin typeface="Calibri" panose="020F0502020204030204" pitchFamily="34" charset="0"/>
                <a:ea typeface="Calibri" panose="020F0502020204030204" pitchFamily="34" charset="0"/>
                <a:cs typeface="Arial" panose="020B0604020202020204" pitchFamily="34" charset="0"/>
              </a:rPr>
              <a:t>For example, to see the most recent five commits on the current branch :</a:t>
            </a:r>
          </a:p>
          <a:p>
            <a:pPr indent="304800">
              <a:lnSpc>
                <a:spcPct val="107000"/>
              </a:lnSpc>
              <a:spcAft>
                <a:spcPts val="800"/>
              </a:spcAft>
            </a:pPr>
            <a:r>
              <a:rPr lang="en-GB" sz="1800">
                <a:solidFill>
                  <a:srgbClr val="000000"/>
                </a:solidFill>
                <a:effectLst/>
                <a:latin typeface="Consolas" panose="020B0609020204030204" pitchFamily="49" charset="0"/>
                <a:ea typeface="Calibri" panose="020F0502020204030204" pitchFamily="34" charset="0"/>
                <a:cs typeface="Arial" panose="020B0604020202020204" pitchFamily="34" charset="0"/>
              </a:rPr>
              <a:t>git log --oneline -5</a:t>
            </a:r>
          </a:p>
          <a:p>
            <a:pPr indent="304800">
              <a:lnSpc>
                <a:spcPct val="107000"/>
              </a:lnSpc>
              <a:spcAft>
                <a:spcPts val="800"/>
              </a:spcAft>
            </a:pPr>
            <a:endParaRPr lang="en-GB" sz="1800">
              <a:effectLst/>
              <a:latin typeface="Calibri" panose="020F0502020204030204" pitchFamily="34" charset="0"/>
              <a:ea typeface="Calibri" panose="020F0502020204030204" pitchFamily="34" charset="0"/>
              <a:cs typeface="Arial" panose="020B0604020202020204" pitchFamily="34" charset="0"/>
            </a:endParaRPr>
          </a:p>
          <a:p>
            <a:pPr>
              <a:spcAft>
                <a:spcPts val="800"/>
              </a:spcAft>
            </a:pPr>
            <a:r>
              <a:rPr lang="en-GB" sz="1800">
                <a:effectLst/>
                <a:latin typeface="Calibri" panose="020F0502020204030204" pitchFamily="34" charset="0"/>
                <a:ea typeface="Calibri" panose="020F0502020204030204" pitchFamily="34" charset="0"/>
                <a:cs typeface="Arial" panose="020B0604020202020204" pitchFamily="34" charset="0"/>
              </a:rPr>
              <a:t> </a:t>
            </a:r>
          </a:p>
        </p:txBody>
      </p:sp>
    </p:spTree>
    <p:extLst>
      <p:ext uri="{BB962C8B-B14F-4D97-AF65-F5344CB8AC3E}">
        <p14:creationId xmlns:p14="http://schemas.microsoft.com/office/powerpoint/2010/main" val="1464245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9C52A-9165-67DB-7F08-5BA0DBBC87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FE3C7-C4C0-A5EA-3C0B-F97BC2569A45}"/>
              </a:ext>
            </a:extLst>
          </p:cNvPr>
          <p:cNvSpPr>
            <a:spLocks noGrp="1"/>
          </p:cNvSpPr>
          <p:nvPr>
            <p:ph type="title"/>
          </p:nvPr>
        </p:nvSpPr>
        <p:spPr>
          <a:xfrm>
            <a:off x="838200" y="0"/>
            <a:ext cx="10515600" cy="1325563"/>
          </a:xfrm>
        </p:spPr>
        <p:txBody>
          <a:bodyPr>
            <a:normAutofit/>
          </a:bodyPr>
          <a:lstStyle/>
          <a:p>
            <a:r>
              <a:rPr lang="en-GB" sz="3600" dirty="0">
                <a:solidFill>
                  <a:srgbClr val="1D609D"/>
                </a:solidFill>
                <a:latin typeface="Calibri Light"/>
                <a:ea typeface="Calibri"/>
                <a:cs typeface="Calibri"/>
              </a:rPr>
              <a:t>Practice</a:t>
            </a:r>
          </a:p>
        </p:txBody>
      </p:sp>
      <p:sp>
        <p:nvSpPr>
          <p:cNvPr id="5" name="TextBox 4">
            <a:extLst>
              <a:ext uri="{FF2B5EF4-FFF2-40B4-BE49-F238E27FC236}">
                <a16:creationId xmlns:a16="http://schemas.microsoft.com/office/drawing/2014/main" id="{2A4A8062-136B-E859-53E9-FD0BD990EF0A}"/>
              </a:ext>
            </a:extLst>
          </p:cNvPr>
          <p:cNvSpPr txBox="1"/>
          <p:nvPr/>
        </p:nvSpPr>
        <p:spPr>
          <a:xfrm>
            <a:off x="1101029" y="1037948"/>
            <a:ext cx="7915275" cy="6637715"/>
          </a:xfrm>
          <a:prstGeom prst="rect">
            <a:avLst/>
          </a:prstGeom>
          <a:noFill/>
        </p:spPr>
        <p:txBody>
          <a:bodyPr wrap="square">
            <a:spAutoFit/>
          </a:bodyPr>
          <a:lstStyle/>
          <a:p>
            <a:pPr lvl="0" rtl="0"/>
            <a:r>
              <a:rPr lang="en-GB" sz="1400" b="1" dirty="0">
                <a:effectLst/>
                <a:latin typeface="Calibri" panose="020F0502020204030204" pitchFamily="34" charset="0"/>
                <a:ea typeface="Calibri" panose="020F0502020204030204" pitchFamily="34" charset="0"/>
                <a:cs typeface="Arial" panose="020B0604020202020204" pitchFamily="34" charset="0"/>
              </a:rPr>
              <a:t>1. Clone the course repository and create a new branch</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If you have not done so already, clone the course repo by following the steps in the set-up section at the start of this document.</a:t>
            </a: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Create a branch with any name you choose.</a:t>
            </a:r>
          </a:p>
          <a:p>
            <a:pPr marL="574675"/>
            <a:r>
              <a:rPr lang="en-GB" sz="1400" dirty="0">
                <a:effectLst/>
                <a:latin typeface="Calibri" panose="020F0502020204030204" pitchFamily="34" charset="0"/>
                <a:ea typeface="Calibri" panose="020F0502020204030204" pitchFamily="34" charset="0"/>
                <a:cs typeface="Arial" panose="020B0604020202020204" pitchFamily="34" charset="0"/>
              </a:rPr>
              <a:t> </a:t>
            </a:r>
          </a:p>
          <a:p>
            <a:pPr lvl="0"/>
            <a:r>
              <a:rPr lang="en-GB" sz="1400" b="1" dirty="0">
                <a:effectLst/>
                <a:latin typeface="Calibri" panose="020F0502020204030204" pitchFamily="34" charset="0"/>
                <a:ea typeface="Calibri" panose="020F0502020204030204" pitchFamily="34" charset="0"/>
                <a:cs typeface="Arial" panose="020B0604020202020204" pitchFamily="34" charset="0"/>
              </a:rPr>
              <a:t>2. Create and edit a file and commit the changes</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Create a new folder within ‘</a:t>
            </a:r>
            <a:r>
              <a:rPr lang="en-GB" sz="1400" dirty="0" err="1">
                <a:effectLst/>
                <a:latin typeface="Calibri" panose="020F0502020204030204" pitchFamily="34" charset="0"/>
                <a:ea typeface="Calibri" panose="020F0502020204030204" pitchFamily="34" charset="0"/>
                <a:cs typeface="Arial" panose="020B0604020202020204" pitchFamily="34" charset="0"/>
              </a:rPr>
              <a:t>practice_folder</a:t>
            </a:r>
            <a:r>
              <a:rPr lang="en-GB" sz="1400" dirty="0">
                <a:effectLst/>
                <a:latin typeface="Calibri" panose="020F0502020204030204" pitchFamily="34" charset="0"/>
                <a:ea typeface="Calibri" panose="020F0502020204030204" pitchFamily="34" charset="0"/>
                <a:cs typeface="Arial" panose="020B0604020202020204" pitchFamily="34" charset="0"/>
              </a:rPr>
              <a:t>’ and then create a new R script within the folder. Write something in the R script. Press ‘save’ to save the script. </a:t>
            </a: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Add the changes to the ‘staging area’ and then commit them. Add a commit message that briefly describes the changes you have made.</a:t>
            </a:r>
          </a:p>
          <a:p>
            <a:pPr marL="574675"/>
            <a:r>
              <a:rPr lang="en-GB" sz="1400" b="1" dirty="0">
                <a:effectLst/>
                <a:latin typeface="Calibri" panose="020F0502020204030204" pitchFamily="34" charset="0"/>
                <a:ea typeface="Calibri" panose="020F0502020204030204" pitchFamily="34" charset="0"/>
                <a:cs typeface="Arial" panose="020B0604020202020204" pitchFamily="34" charset="0"/>
              </a:rPr>
              <a:t> </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lvl="0"/>
            <a:r>
              <a:rPr lang="en-GB" sz="1400" b="1" dirty="0">
                <a:effectLst/>
                <a:latin typeface="Calibri" panose="020F0502020204030204" pitchFamily="34" charset="0"/>
                <a:ea typeface="Calibri" panose="020F0502020204030204" pitchFamily="34" charset="0"/>
                <a:cs typeface="Arial" panose="020B0604020202020204" pitchFamily="34" charset="0"/>
              </a:rPr>
              <a:t>3. Push the changes to </a:t>
            </a:r>
            <a:r>
              <a:rPr lang="en-GB" sz="1400" b="1" dirty="0" err="1">
                <a:effectLst/>
                <a:latin typeface="Calibri" panose="020F0502020204030204" pitchFamily="34" charset="0"/>
                <a:ea typeface="Calibri" panose="020F0502020204030204" pitchFamily="34" charset="0"/>
                <a:cs typeface="Arial" panose="020B0604020202020204" pitchFamily="34" charset="0"/>
              </a:rPr>
              <a:t>Github</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Now that you have committed your changes to the local version of your new branch, push the updated branch to the remote </a:t>
            </a:r>
            <a:r>
              <a:rPr lang="en-GB" sz="1400" dirty="0" err="1">
                <a:effectLst/>
                <a:latin typeface="Calibri" panose="020F0502020204030204" pitchFamily="34" charset="0"/>
                <a:ea typeface="Calibri" panose="020F0502020204030204" pitchFamily="34" charset="0"/>
                <a:cs typeface="Arial" panose="020B0604020202020204" pitchFamily="34" charset="0"/>
              </a:rPr>
              <a:t>Github</a:t>
            </a:r>
            <a:r>
              <a:rPr lang="en-GB" sz="1400" dirty="0">
                <a:effectLst/>
                <a:latin typeface="Calibri" panose="020F0502020204030204" pitchFamily="34" charset="0"/>
                <a:ea typeface="Calibri" panose="020F0502020204030204" pitchFamily="34" charset="0"/>
                <a:cs typeface="Arial" panose="020B0604020202020204" pitchFamily="34" charset="0"/>
              </a:rPr>
              <a:t> repo.</a:t>
            </a:r>
          </a:p>
          <a:p>
            <a:pPr marL="574675"/>
            <a:r>
              <a:rPr lang="en-GB" sz="1400" dirty="0">
                <a:effectLst/>
                <a:latin typeface="Calibri" panose="020F0502020204030204" pitchFamily="34" charset="0"/>
                <a:ea typeface="Calibri" panose="020F0502020204030204" pitchFamily="34" charset="0"/>
                <a:cs typeface="Arial" panose="020B0604020202020204" pitchFamily="34" charset="0"/>
              </a:rPr>
              <a:t> </a:t>
            </a:r>
          </a:p>
          <a:p>
            <a:pPr lvl="0"/>
            <a:r>
              <a:rPr lang="en-GB" sz="1400" b="1" dirty="0">
                <a:effectLst/>
                <a:latin typeface="Calibri" panose="020F0502020204030204" pitchFamily="34" charset="0"/>
                <a:ea typeface="Calibri" panose="020F0502020204030204" pitchFamily="34" charset="0"/>
                <a:cs typeface="Arial" panose="020B0604020202020204" pitchFamily="34" charset="0"/>
              </a:rPr>
              <a:t>4. Open a pull request on GitHub and merge</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Navigate to the GitHub repo and open a pull request to merge your branch into main.</a:t>
            </a: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Merge the branch using the option at the bottom of the pull request page.</a:t>
            </a:r>
          </a:p>
          <a:p>
            <a:pPr marL="574675"/>
            <a:r>
              <a:rPr lang="en-GB" sz="1400" dirty="0">
                <a:effectLst/>
                <a:latin typeface="Calibri" panose="020F0502020204030204" pitchFamily="34" charset="0"/>
                <a:ea typeface="Calibri" panose="020F0502020204030204" pitchFamily="34" charset="0"/>
                <a:cs typeface="Arial" panose="020B0604020202020204" pitchFamily="34" charset="0"/>
              </a:rPr>
              <a:t> </a:t>
            </a:r>
          </a:p>
          <a:p>
            <a:pPr lvl="0"/>
            <a:r>
              <a:rPr lang="en-GB" sz="1400" b="1" dirty="0">
                <a:effectLst/>
                <a:latin typeface="Calibri" panose="020F0502020204030204" pitchFamily="34" charset="0"/>
                <a:ea typeface="Calibri" panose="020F0502020204030204" pitchFamily="34" charset="0"/>
                <a:cs typeface="Arial" panose="020B0604020202020204" pitchFamily="34" charset="0"/>
              </a:rPr>
              <a:t>5. Pull the updated version of the main branch into your local version of the repo</a:t>
            </a:r>
            <a:endParaRPr lang="en-GB" sz="1400" dirty="0">
              <a:effectLst/>
              <a:latin typeface="Calibri" panose="020F0502020204030204" pitchFamily="34" charset="0"/>
              <a:ea typeface="Calibri" panose="020F0502020204030204" pitchFamily="34" charset="0"/>
              <a:cs typeface="Arial" panose="020B0604020202020204" pitchFamily="34" charset="0"/>
            </a:endParaRP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In RStudio, switch to the main branch. Look in the file pane and note that files you made in your new branch are not shown. You might get a dialogue box asking you if you want to close open files that are not in the main branch. </a:t>
            </a:r>
          </a:p>
          <a:p>
            <a:pPr marL="1143000" lvl="2" indent="-228600">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Pull changes from GitHub and notice that the file pane updates to include files from the new branch.</a:t>
            </a:r>
          </a:p>
          <a:p>
            <a:pPr marL="1143000" lvl="2" indent="-228600">
              <a:spcAft>
                <a:spcPts val="800"/>
              </a:spcAft>
              <a:buFont typeface="+mj-lt"/>
              <a:buAutoNum type="alphaLcPeriod"/>
            </a:pPr>
            <a:r>
              <a:rPr lang="en-GB" sz="1400" dirty="0">
                <a:effectLst/>
                <a:latin typeface="Calibri" panose="020F0502020204030204" pitchFamily="34" charset="0"/>
                <a:ea typeface="Calibri" panose="020F0502020204030204" pitchFamily="34" charset="0"/>
                <a:cs typeface="Arial" panose="020B0604020202020204" pitchFamily="34" charset="0"/>
              </a:rPr>
              <a:t>Check the commit history to see that your commits are now part of the main branch.</a:t>
            </a:r>
          </a:p>
          <a:p>
            <a:pPr indent="304800">
              <a:spcAft>
                <a:spcPts val="800"/>
              </a:spcAft>
            </a:pPr>
            <a:endParaRPr lang="en-GB" sz="2400" dirty="0">
              <a:effectLst/>
              <a:latin typeface="Calibri" panose="020F0502020204030204" pitchFamily="34" charset="0"/>
              <a:ea typeface="Calibri" panose="020F0502020204030204" pitchFamily="34" charset="0"/>
              <a:cs typeface="Arial" panose="020B0604020202020204" pitchFamily="34" charset="0"/>
            </a:endParaRPr>
          </a:p>
          <a:p>
            <a:pPr>
              <a:spcAft>
                <a:spcPts val="800"/>
              </a:spcAft>
            </a:pPr>
            <a:r>
              <a:rPr lang="en-GB" sz="2400" dirty="0">
                <a:effectLst/>
                <a:latin typeface="Calibri" panose="020F0502020204030204" pitchFamily="34" charset="0"/>
                <a:ea typeface="Calibri" panose="020F0502020204030204" pitchFamily="34" charset="0"/>
                <a:cs typeface="Arial" panose="020B0604020202020204" pitchFamily="34" charset="0"/>
              </a:rPr>
              <a:t> </a:t>
            </a:r>
          </a:p>
        </p:txBody>
      </p:sp>
    </p:spTree>
    <p:extLst>
      <p:ext uri="{BB962C8B-B14F-4D97-AF65-F5344CB8AC3E}">
        <p14:creationId xmlns:p14="http://schemas.microsoft.com/office/powerpoint/2010/main" val="2554693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6CC02-4AAE-443A-B57D-A83771EA38F3}"/>
              </a:ext>
            </a:extLst>
          </p:cNvPr>
          <p:cNvSpPr>
            <a:spLocks noGrp="1"/>
          </p:cNvSpPr>
          <p:nvPr>
            <p:ph type="title"/>
          </p:nvPr>
        </p:nvSpPr>
        <p:spPr>
          <a:xfrm>
            <a:off x="838200" y="2766218"/>
            <a:ext cx="10515600" cy="1325563"/>
          </a:xfrm>
        </p:spPr>
        <p:txBody>
          <a:bodyPr>
            <a:normAutofit/>
          </a:bodyPr>
          <a:lstStyle/>
          <a:p>
            <a:r>
              <a:rPr lang="en-GB" sz="6600" b="1" dirty="0">
                <a:solidFill>
                  <a:srgbClr val="1D609D"/>
                </a:solidFill>
                <a:latin typeface="Arial" panose="020B0604020202020204" pitchFamily="34" charset="0"/>
                <a:cs typeface="Arial" panose="020B0604020202020204" pitchFamily="34" charset="0"/>
              </a:rPr>
              <a:t>4. Advanced topics</a:t>
            </a:r>
            <a:endParaRPr lang="en-GB" sz="6600" b="1" dirty="0">
              <a:solidFill>
                <a:srgbClr val="1D609D"/>
              </a:solidFill>
            </a:endParaRPr>
          </a:p>
        </p:txBody>
      </p:sp>
    </p:spTree>
    <p:extLst>
      <p:ext uri="{BB962C8B-B14F-4D97-AF65-F5344CB8AC3E}">
        <p14:creationId xmlns:p14="http://schemas.microsoft.com/office/powerpoint/2010/main" val="39563796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Undoing changes</a:t>
            </a:r>
          </a:p>
        </p:txBody>
      </p:sp>
      <p:sp>
        <p:nvSpPr>
          <p:cNvPr id="5" name="TextBox 4">
            <a:extLst>
              <a:ext uri="{FF2B5EF4-FFF2-40B4-BE49-F238E27FC236}">
                <a16:creationId xmlns:a16="http://schemas.microsoft.com/office/drawing/2014/main" id="{C1BA7A40-782F-4A2A-9328-ADC0DAF9EB35}"/>
              </a:ext>
            </a:extLst>
          </p:cNvPr>
          <p:cNvSpPr txBox="1"/>
          <p:nvPr/>
        </p:nvSpPr>
        <p:spPr>
          <a:xfrm>
            <a:off x="155829" y="1157555"/>
            <a:ext cx="6168772" cy="5244513"/>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GB" sz="2000" dirty="0" err="1">
                <a:effectLst/>
                <a:latin typeface="Calibri" panose="020F0502020204030204" pitchFamily="34" charset="0"/>
                <a:ea typeface="Calibri" panose="020F0502020204030204" pitchFamily="34" charset="0"/>
                <a:cs typeface="Arial" panose="020B0604020202020204" pitchFamily="34" charset="0"/>
              </a:rPr>
              <a:t>Unstage</a:t>
            </a:r>
            <a:r>
              <a:rPr lang="en-GB" sz="2000" dirty="0">
                <a:effectLst/>
                <a:latin typeface="Calibri" panose="020F0502020204030204" pitchFamily="34" charset="0"/>
                <a:ea typeface="Calibri" panose="020F0502020204030204" pitchFamily="34" charset="0"/>
                <a:cs typeface="Arial" panose="020B0604020202020204" pitchFamily="34" charset="0"/>
              </a:rPr>
              <a:t> everything </a:t>
            </a:r>
            <a:r>
              <a:rPr lang="en-GB" sz="2000" dirty="0">
                <a:latin typeface="Calibri" panose="020F0502020204030204" pitchFamily="34" charset="0"/>
                <a:ea typeface="Calibri" panose="020F0502020204030204" pitchFamily="34" charset="0"/>
                <a:cs typeface="Arial" panose="020B0604020202020204" pitchFamily="34" charset="0"/>
              </a:rPr>
              <a:t>(keeps your files as they are, just clears the staging area):</a:t>
            </a:r>
          </a:p>
          <a:p>
            <a:pPr>
              <a:lnSpc>
                <a:spcPct val="107000"/>
              </a:lnSpc>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	</a:t>
            </a:r>
            <a:r>
              <a:rPr lang="en-GB" sz="20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git reset</a:t>
            </a:r>
          </a:p>
          <a:p>
            <a:pPr>
              <a:lnSpc>
                <a:spcPct val="107000"/>
              </a:lnSpc>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285750" indent="-285750">
              <a:lnSpc>
                <a:spcPct val="107000"/>
              </a:lnSpc>
              <a:spcAft>
                <a:spcPts val="800"/>
              </a:spcAft>
              <a:buFont typeface="Arial" panose="020B0604020202020204" pitchFamily="34" charset="0"/>
              <a:buChar char="•"/>
            </a:pPr>
            <a:r>
              <a:rPr lang="en-GB" sz="2000" dirty="0">
                <a:latin typeface="Calibri" panose="020F0502020204030204" pitchFamily="34" charset="0"/>
                <a:ea typeface="Calibri" panose="020F0502020204030204" pitchFamily="34" charset="0"/>
                <a:cs typeface="Arial" panose="020B0604020202020204" pitchFamily="34" charset="0"/>
              </a:rPr>
              <a:t>A</a:t>
            </a:r>
            <a:r>
              <a:rPr lang="en-GB" sz="2000" dirty="0">
                <a:effectLst/>
                <a:latin typeface="Calibri" panose="020F0502020204030204" pitchFamily="34" charset="0"/>
                <a:ea typeface="Calibri" panose="020F0502020204030204" pitchFamily="34" charset="0"/>
                <a:cs typeface="Arial" panose="020B0604020202020204" pitchFamily="34" charset="0"/>
              </a:rPr>
              <a:t>mend the previous commit (add the staged changes</a:t>
            </a:r>
            <a:r>
              <a:rPr lang="en-GB" sz="2000" dirty="0">
                <a:latin typeface="Calibri" panose="020F0502020204030204" pitchFamily="34" charset="0"/>
                <a:ea typeface="Calibri" panose="020F0502020204030204" pitchFamily="34" charset="0"/>
                <a:cs typeface="Arial" panose="020B0604020202020204" pitchFamily="34" charset="0"/>
              </a:rPr>
              <a:t> to the previous commit – only do this if not pushed)</a:t>
            </a:r>
          </a:p>
          <a:p>
            <a:pPr>
              <a:lnSpc>
                <a:spcPct val="107000"/>
              </a:lnSpc>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	</a:t>
            </a:r>
            <a:r>
              <a:rPr lang="en-GB" sz="20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git commit --amend </a:t>
            </a:r>
          </a:p>
          <a:p>
            <a:pPr>
              <a:lnSpc>
                <a:spcPct val="107000"/>
              </a:lnSpc>
              <a:spcAft>
                <a:spcPts val="800"/>
              </a:spcAft>
            </a:pPr>
            <a:endParaRPr lang="en-GB" sz="2000" dirty="0">
              <a:solidFill>
                <a:srgbClr val="000000"/>
              </a:solidFill>
              <a:latin typeface="Consolas" panose="020B0609020204030204" pitchFamily="49" charset="0"/>
              <a:ea typeface="Calibri" panose="020F0502020204030204" pitchFamily="34" charset="0"/>
              <a:cs typeface="Arial" panose="020B0604020202020204" pitchFamily="34" charset="0"/>
            </a:endParaRPr>
          </a:p>
          <a:p>
            <a:pPr>
              <a:lnSpc>
                <a:spcPct val="107000"/>
              </a:lnSpc>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285750" indent="-285750">
              <a:lnSpc>
                <a:spcPct val="107000"/>
              </a:lnSpc>
              <a:spcAft>
                <a:spcPts val="800"/>
              </a:spcAft>
              <a:buFont typeface="Arial" panose="020B0604020202020204" pitchFamily="34" charset="0"/>
              <a:buChar char="•"/>
            </a:pPr>
            <a:r>
              <a:rPr lang="en-GB" sz="2000" dirty="0">
                <a:effectLst/>
                <a:latin typeface="Calibri" panose="020F0502020204030204" pitchFamily="34" charset="0"/>
                <a:ea typeface="Calibri" panose="020F0502020204030204" pitchFamily="34" charset="0"/>
                <a:cs typeface="Arial" panose="020B0604020202020204" pitchFamily="34" charset="0"/>
              </a:rPr>
              <a:t>Revert the previous commit (creates a new commit that undoes it - safe if you already pushed)</a:t>
            </a:r>
            <a:endParaRPr lang="en-GB" sz="2000" dirty="0">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	</a:t>
            </a:r>
            <a:r>
              <a:rPr lang="en-GB" sz="20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git revert HEAD</a:t>
            </a: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a:spcAft>
                <a:spcPts val="800"/>
              </a:spcAft>
            </a:pPr>
            <a:r>
              <a:rPr lang="en-GB" sz="1800" dirty="0">
                <a:effectLst/>
                <a:latin typeface="Calibri" panose="020F0502020204030204" pitchFamily="34" charset="0"/>
                <a:ea typeface="Calibri" panose="020F0502020204030204" pitchFamily="34" charset="0"/>
                <a:cs typeface="Arial" panose="020B0604020202020204" pitchFamily="34" charset="0"/>
              </a:rPr>
              <a:t> </a:t>
            </a:r>
          </a:p>
        </p:txBody>
      </p:sp>
      <p:pic>
        <p:nvPicPr>
          <p:cNvPr id="4" name="Picture 3" descr="A screenshot of a computer&#10;&#10;AI-generated content may be incorrect.">
            <a:extLst>
              <a:ext uri="{FF2B5EF4-FFF2-40B4-BE49-F238E27FC236}">
                <a16:creationId xmlns:a16="http://schemas.microsoft.com/office/drawing/2014/main" id="{EE070A91-0010-1759-36A7-D379E352E6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21063" y="812316"/>
            <a:ext cx="3434160" cy="1869008"/>
          </a:xfrm>
          <a:prstGeom prst="rect">
            <a:avLst/>
          </a:prstGeom>
          <a:ln>
            <a:solidFill>
              <a:schemeClr val="tx1"/>
            </a:solidFill>
          </a:ln>
        </p:spPr>
      </p:pic>
      <p:pic>
        <p:nvPicPr>
          <p:cNvPr id="13" name="Picture 12" descr="A screenshot of a computer&#10;&#10;AI-generated content may be incorrect.">
            <a:extLst>
              <a:ext uri="{FF2B5EF4-FFF2-40B4-BE49-F238E27FC236}">
                <a16:creationId xmlns:a16="http://schemas.microsoft.com/office/drawing/2014/main" id="{FE0E27CC-4A83-FE59-9D7F-7F8095BA08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17367" y="2820982"/>
            <a:ext cx="4537856" cy="2065344"/>
          </a:xfrm>
          <a:prstGeom prst="rect">
            <a:avLst/>
          </a:prstGeom>
          <a:ln>
            <a:solidFill>
              <a:schemeClr val="tx1"/>
            </a:solidFill>
          </a:ln>
        </p:spPr>
      </p:pic>
    </p:spTree>
    <p:extLst>
      <p:ext uri="{BB962C8B-B14F-4D97-AF65-F5344CB8AC3E}">
        <p14:creationId xmlns:p14="http://schemas.microsoft.com/office/powerpoint/2010/main" val="34334490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Merge conflicts</a:t>
            </a:r>
          </a:p>
        </p:txBody>
      </p:sp>
      <p:sp>
        <p:nvSpPr>
          <p:cNvPr id="5" name="TextBox 4">
            <a:extLst>
              <a:ext uri="{FF2B5EF4-FFF2-40B4-BE49-F238E27FC236}">
                <a16:creationId xmlns:a16="http://schemas.microsoft.com/office/drawing/2014/main" id="{C1BA7A40-782F-4A2A-9328-ADC0DAF9EB35}"/>
              </a:ext>
            </a:extLst>
          </p:cNvPr>
          <p:cNvSpPr txBox="1"/>
          <p:nvPr/>
        </p:nvSpPr>
        <p:spPr>
          <a:xfrm>
            <a:off x="1089890" y="3024043"/>
            <a:ext cx="9522692" cy="2981970"/>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GB" sz="1800" dirty="0">
                <a:effectLst/>
                <a:latin typeface="Calibri" panose="020F0502020204030204" pitchFamily="34" charset="0"/>
                <a:ea typeface="Calibri" panose="020F0502020204030204" pitchFamily="34" charset="0"/>
                <a:cs typeface="Arial" panose="020B0604020202020204" pitchFamily="34" charset="0"/>
              </a:rPr>
              <a:t>The code between </a:t>
            </a:r>
            <a:r>
              <a:rPr lang="en-GB" sz="1800" dirty="0">
                <a:effectLst/>
                <a:highlight>
                  <a:srgbClr val="C0C0C0"/>
                </a:highlight>
                <a:latin typeface="Consolas" panose="020B0609020204030204" pitchFamily="49" charset="0"/>
                <a:ea typeface="Calibri" panose="020F0502020204030204" pitchFamily="34" charset="0"/>
                <a:cs typeface="Arial" panose="020B0604020202020204" pitchFamily="34" charset="0"/>
              </a:rPr>
              <a:t>&lt;&lt;&lt;&lt;&lt;&lt;&lt;</a:t>
            </a:r>
            <a:r>
              <a:rPr lang="en-GB" sz="1800" dirty="0">
                <a:effectLst/>
                <a:latin typeface="Calibri" panose="020F0502020204030204" pitchFamily="34" charset="0"/>
                <a:ea typeface="Calibri" panose="020F0502020204030204" pitchFamily="34" charset="0"/>
                <a:cs typeface="Arial" panose="020B0604020202020204" pitchFamily="34" charset="0"/>
              </a:rPr>
              <a:t> and </a:t>
            </a:r>
            <a:r>
              <a:rPr lang="en-GB" sz="1800" dirty="0">
                <a:effectLst/>
                <a:highlight>
                  <a:srgbClr val="C0C0C0"/>
                </a:highlight>
                <a:latin typeface="Consolas" panose="020B0609020204030204" pitchFamily="49" charset="0"/>
                <a:ea typeface="Calibri" panose="020F0502020204030204" pitchFamily="34" charset="0"/>
                <a:cs typeface="Arial" panose="020B0604020202020204" pitchFamily="34" charset="0"/>
              </a:rPr>
              <a:t>=======</a:t>
            </a:r>
            <a:r>
              <a:rPr lang="en-GB" sz="1800" dirty="0">
                <a:effectLst/>
                <a:latin typeface="Calibri" panose="020F0502020204030204" pitchFamily="34" charset="0"/>
                <a:ea typeface="Calibri" panose="020F0502020204030204" pitchFamily="34" charset="0"/>
                <a:cs typeface="Arial" panose="020B0604020202020204" pitchFamily="34" charset="0"/>
              </a:rPr>
              <a:t> is the destination branch – the branch you are merging into.</a:t>
            </a:r>
          </a:p>
          <a:p>
            <a:pPr marL="285750" indent="-285750">
              <a:lnSpc>
                <a:spcPct val="107000"/>
              </a:lnSpc>
              <a:spcAft>
                <a:spcPts val="800"/>
              </a:spcAft>
              <a:buFont typeface="Arial" panose="020B0604020202020204" pitchFamily="34" charset="0"/>
              <a:buChar char="•"/>
            </a:pPr>
            <a:r>
              <a:rPr lang="en-GB" sz="1800" dirty="0">
                <a:effectLst/>
                <a:latin typeface="Calibri" panose="020F0502020204030204" pitchFamily="34" charset="0"/>
                <a:ea typeface="Calibri" panose="020F0502020204030204" pitchFamily="34" charset="0"/>
                <a:cs typeface="Arial" panose="020B0604020202020204" pitchFamily="34" charset="0"/>
              </a:rPr>
              <a:t>The code between </a:t>
            </a:r>
            <a:r>
              <a:rPr lang="en-GB" sz="1800" dirty="0">
                <a:effectLst/>
                <a:highlight>
                  <a:srgbClr val="C0C0C0"/>
                </a:highlight>
                <a:latin typeface="Consolas" panose="020B0609020204030204" pitchFamily="49" charset="0"/>
                <a:ea typeface="Calibri" panose="020F0502020204030204" pitchFamily="34" charset="0"/>
                <a:cs typeface="Arial" panose="020B0604020202020204" pitchFamily="34" charset="0"/>
              </a:rPr>
              <a:t>=======</a:t>
            </a:r>
            <a:r>
              <a:rPr lang="en-GB" sz="1800" dirty="0">
                <a:effectLst/>
                <a:latin typeface="Calibri" panose="020F0502020204030204" pitchFamily="34" charset="0"/>
                <a:ea typeface="Calibri" panose="020F0502020204030204" pitchFamily="34" charset="0"/>
                <a:cs typeface="Arial" panose="020B0604020202020204" pitchFamily="34" charset="0"/>
              </a:rPr>
              <a:t> and </a:t>
            </a:r>
            <a:r>
              <a:rPr lang="en-GB" sz="1800" dirty="0">
                <a:effectLst/>
                <a:highlight>
                  <a:srgbClr val="C0C0C0"/>
                </a:highlight>
                <a:latin typeface="Consolas" panose="020B0609020204030204" pitchFamily="49" charset="0"/>
                <a:ea typeface="Calibri" panose="020F0502020204030204" pitchFamily="34" charset="0"/>
                <a:cs typeface="Arial" panose="020B0604020202020204" pitchFamily="34" charset="0"/>
              </a:rPr>
              <a:t>&gt;&gt;&gt;&gt;&gt;&gt;&gt;</a:t>
            </a:r>
            <a:r>
              <a:rPr lang="en-GB" sz="1800" dirty="0">
                <a:effectLst/>
                <a:latin typeface="Calibri" panose="020F0502020204030204" pitchFamily="34" charset="0"/>
                <a:ea typeface="Calibri" panose="020F0502020204030204" pitchFamily="34" charset="0"/>
                <a:cs typeface="Arial" panose="020B0604020202020204" pitchFamily="34" charset="0"/>
              </a:rPr>
              <a:t> is the code in the</a:t>
            </a:r>
            <a:r>
              <a:rPr lang="en-GB" dirty="0">
                <a:latin typeface="Calibri" panose="020F0502020204030204" pitchFamily="34" charset="0"/>
                <a:ea typeface="Calibri" panose="020F0502020204030204" pitchFamily="34" charset="0"/>
                <a:cs typeface="Arial" panose="020B0604020202020204" pitchFamily="34" charset="0"/>
              </a:rPr>
              <a:t> incoming</a:t>
            </a:r>
            <a:r>
              <a:rPr lang="en-GB" sz="1800" dirty="0">
                <a:effectLst/>
                <a:latin typeface="Calibri" panose="020F0502020204030204" pitchFamily="34" charset="0"/>
                <a:ea typeface="Calibri" panose="020F0502020204030204" pitchFamily="34" charset="0"/>
                <a:cs typeface="Arial" panose="020B0604020202020204" pitchFamily="34" charset="0"/>
              </a:rPr>
              <a:t> branch.</a:t>
            </a:r>
          </a:p>
          <a:p>
            <a:pPr>
              <a:spcAft>
                <a:spcPts val="800"/>
              </a:spcAft>
            </a:pPr>
            <a:endParaRPr lang="en-GB" sz="1800" dirty="0">
              <a:effectLst/>
              <a:latin typeface="Calibri" panose="020F0502020204030204" pitchFamily="34" charset="0"/>
              <a:ea typeface="Calibri" panose="020F0502020204030204" pitchFamily="34" charset="0"/>
              <a:cs typeface="Arial" panose="020B0604020202020204" pitchFamily="34" charset="0"/>
            </a:endParaRPr>
          </a:p>
          <a:p>
            <a:pPr marL="285750" indent="-285750">
              <a:spcAft>
                <a:spcPts val="800"/>
              </a:spcAft>
              <a:buFont typeface="Arial" panose="020B0604020202020204" pitchFamily="34" charset="0"/>
              <a:buChar char="•"/>
            </a:pPr>
            <a:r>
              <a:rPr lang="en-GB" dirty="0">
                <a:latin typeface="Calibri" panose="020F0502020204030204" pitchFamily="34" charset="0"/>
                <a:ea typeface="Calibri" panose="020F0502020204030204" pitchFamily="34" charset="0"/>
                <a:cs typeface="Arial" panose="020B0604020202020204" pitchFamily="34" charset="0"/>
              </a:rPr>
              <a:t>To resolve:</a:t>
            </a:r>
          </a:p>
          <a:p>
            <a:pPr marL="742950" lvl="1" indent="-285750">
              <a:spcAft>
                <a:spcPts val="800"/>
              </a:spcAft>
              <a:buFont typeface="Arial" panose="020B0604020202020204" pitchFamily="34" charset="0"/>
              <a:buChar char="•"/>
            </a:pPr>
            <a:r>
              <a:rPr lang="en-GB" dirty="0">
                <a:effectLst/>
                <a:latin typeface="Calibri" panose="020F0502020204030204" pitchFamily="34" charset="0"/>
                <a:ea typeface="Calibri" panose="020F0502020204030204" pitchFamily="34" charset="0"/>
                <a:cs typeface="Arial" panose="020B0604020202020204" pitchFamily="34" charset="0"/>
              </a:rPr>
              <a:t>Edit the code to contain the final version.</a:t>
            </a:r>
            <a:endParaRPr lang="en-GB" dirty="0">
              <a:latin typeface="Calibri" panose="020F0502020204030204" pitchFamily="34" charset="0"/>
              <a:ea typeface="Calibri" panose="020F0502020204030204" pitchFamily="34" charset="0"/>
              <a:cs typeface="Arial" panose="020B0604020202020204" pitchFamily="34" charset="0"/>
            </a:endParaRPr>
          </a:p>
          <a:p>
            <a:pPr marL="742950" lvl="1" indent="-285750">
              <a:spcAft>
                <a:spcPts val="800"/>
              </a:spcAft>
              <a:buFont typeface="Arial" panose="020B0604020202020204" pitchFamily="34" charset="0"/>
              <a:buChar char="•"/>
            </a:pPr>
            <a:r>
              <a:rPr lang="en-GB" dirty="0">
                <a:effectLst/>
                <a:latin typeface="Calibri" panose="020F0502020204030204" pitchFamily="34" charset="0"/>
                <a:ea typeface="Calibri" panose="020F0502020204030204" pitchFamily="34" charset="0"/>
                <a:cs typeface="Arial" panose="020B0604020202020204" pitchFamily="34" charset="0"/>
              </a:rPr>
              <a:t>Delete the conflict markers (</a:t>
            </a:r>
            <a:r>
              <a:rPr lang="en-GB" dirty="0">
                <a:effectLst/>
                <a:highlight>
                  <a:srgbClr val="C0C0C0"/>
                </a:highlight>
                <a:latin typeface="Consolas" panose="020B0609020204030204" pitchFamily="49" charset="0"/>
                <a:ea typeface="Calibri" panose="020F0502020204030204" pitchFamily="34" charset="0"/>
                <a:cs typeface="Arial" panose="020B0604020202020204" pitchFamily="34" charset="0"/>
              </a:rPr>
              <a:t>&lt;&lt;&lt;&lt;&lt;&lt;&lt;</a:t>
            </a:r>
            <a:r>
              <a:rPr lang="en-GB" dirty="0">
                <a:effectLst/>
                <a:latin typeface="Calibri" panose="020F0502020204030204" pitchFamily="34" charset="0"/>
                <a:ea typeface="Calibri" panose="020F0502020204030204" pitchFamily="34" charset="0"/>
                <a:cs typeface="Arial" panose="020B0604020202020204" pitchFamily="34" charset="0"/>
              </a:rPr>
              <a:t>, </a:t>
            </a:r>
            <a:r>
              <a:rPr lang="en-GB" dirty="0">
                <a:effectLst/>
                <a:highlight>
                  <a:srgbClr val="C0C0C0"/>
                </a:highlight>
                <a:latin typeface="Consolas" panose="020B0609020204030204" pitchFamily="49" charset="0"/>
                <a:ea typeface="Calibri" panose="020F0502020204030204" pitchFamily="34" charset="0"/>
                <a:cs typeface="Arial" panose="020B0604020202020204" pitchFamily="34" charset="0"/>
              </a:rPr>
              <a:t>=======</a:t>
            </a:r>
            <a:r>
              <a:rPr lang="en-GB" dirty="0">
                <a:effectLst/>
                <a:latin typeface="Calibri" panose="020F0502020204030204" pitchFamily="34" charset="0"/>
                <a:ea typeface="Calibri" panose="020F0502020204030204" pitchFamily="34" charset="0"/>
                <a:cs typeface="Arial" panose="020B0604020202020204" pitchFamily="34" charset="0"/>
              </a:rPr>
              <a:t>, </a:t>
            </a:r>
            <a:r>
              <a:rPr lang="en-GB" dirty="0">
                <a:effectLst/>
                <a:highlight>
                  <a:srgbClr val="C0C0C0"/>
                </a:highlight>
                <a:latin typeface="Consolas" panose="020B0609020204030204" pitchFamily="49" charset="0"/>
                <a:ea typeface="Calibri" panose="020F0502020204030204" pitchFamily="34" charset="0"/>
                <a:cs typeface="Arial" panose="020B0604020202020204" pitchFamily="34" charset="0"/>
              </a:rPr>
              <a:t>&gt;&gt;&gt;&gt;&gt;&gt;&gt;</a:t>
            </a:r>
            <a:r>
              <a:rPr lang="en-GB" dirty="0">
                <a:effectLst/>
                <a:latin typeface="Calibri" panose="020F0502020204030204" pitchFamily="34" charset="0"/>
                <a:ea typeface="Calibri" panose="020F0502020204030204" pitchFamily="34" charset="0"/>
                <a:cs typeface="Arial" panose="020B0604020202020204" pitchFamily="34" charset="0"/>
              </a:rPr>
              <a:t>).</a:t>
            </a:r>
          </a:p>
          <a:p>
            <a:pPr marL="742950" lvl="1" indent="-285750">
              <a:spcAft>
                <a:spcPts val="800"/>
              </a:spcAft>
              <a:buFont typeface="Arial" panose="020B0604020202020204" pitchFamily="34" charset="0"/>
              <a:buChar char="•"/>
            </a:pPr>
            <a:r>
              <a:rPr lang="en-GB" dirty="0">
                <a:latin typeface="Calibri" panose="020F0502020204030204" pitchFamily="34" charset="0"/>
                <a:ea typeface="Calibri" panose="020F0502020204030204" pitchFamily="34" charset="0"/>
                <a:cs typeface="Arial" panose="020B0604020202020204" pitchFamily="34" charset="0"/>
              </a:rPr>
              <a:t>Stage the file and commit.</a:t>
            </a:r>
          </a:p>
        </p:txBody>
      </p:sp>
      <p:sp>
        <p:nvSpPr>
          <p:cNvPr id="6" name="TextBox 5">
            <a:extLst>
              <a:ext uri="{FF2B5EF4-FFF2-40B4-BE49-F238E27FC236}">
                <a16:creationId xmlns:a16="http://schemas.microsoft.com/office/drawing/2014/main" id="{F609E3ED-4871-AF97-19D1-86F66CCDD8D2}"/>
              </a:ext>
            </a:extLst>
          </p:cNvPr>
          <p:cNvSpPr txBox="1"/>
          <p:nvPr/>
        </p:nvSpPr>
        <p:spPr>
          <a:xfrm>
            <a:off x="1152525" y="1195987"/>
            <a:ext cx="6516528" cy="1477328"/>
          </a:xfrm>
          <a:prstGeom prst="rect">
            <a:avLst/>
          </a:prstGeom>
          <a:noFill/>
          <a:ln>
            <a:solidFill>
              <a:schemeClr val="tx1"/>
            </a:solidFill>
          </a:ln>
        </p:spPr>
        <p:txBody>
          <a:bodyPr wrap="none" rtlCol="0">
            <a:spAutoFit/>
          </a:bodyPr>
          <a:lstStyle/>
          <a:p>
            <a:r>
              <a:rPr lang="en-GB" dirty="0">
                <a:latin typeface="Consolas" panose="020B0609020204030204" pitchFamily="49" charset="0"/>
              </a:rPr>
              <a:t>&lt;&lt;&lt;&lt;&lt;&lt;&lt; HEAD</a:t>
            </a:r>
          </a:p>
          <a:p>
            <a:r>
              <a:rPr lang="en-GB" dirty="0">
                <a:solidFill>
                  <a:schemeClr val="accent6">
                    <a:lumMod val="75000"/>
                  </a:schemeClr>
                </a:solidFill>
                <a:latin typeface="Consolas" panose="020B0609020204030204" pitchFamily="49" charset="0"/>
              </a:rPr>
              <a:t># Code change from the destination branch</a:t>
            </a:r>
          </a:p>
          <a:p>
            <a:r>
              <a:rPr lang="en-GB" dirty="0">
                <a:latin typeface="Consolas" panose="020B0609020204030204" pitchFamily="49" charset="0"/>
              </a:rPr>
              <a:t>=======</a:t>
            </a:r>
          </a:p>
          <a:p>
            <a:r>
              <a:rPr lang="en-GB" dirty="0">
                <a:solidFill>
                  <a:schemeClr val="accent6">
                    <a:lumMod val="75000"/>
                  </a:schemeClr>
                </a:solidFill>
                <a:latin typeface="Consolas" panose="020B0609020204030204" pitchFamily="49" charset="0"/>
              </a:rPr>
              <a:t># Conflicting code change from the incoming branch</a:t>
            </a:r>
          </a:p>
          <a:p>
            <a:r>
              <a:rPr lang="en-GB" dirty="0">
                <a:latin typeface="Consolas" panose="020B0609020204030204" pitchFamily="49" charset="0"/>
              </a:rPr>
              <a:t>&gt;&gt;&gt;&gt;&gt;&gt;&gt; incoming_branch</a:t>
            </a:r>
          </a:p>
        </p:txBody>
      </p:sp>
    </p:spTree>
    <p:extLst>
      <p:ext uri="{BB962C8B-B14F-4D97-AF65-F5344CB8AC3E}">
        <p14:creationId xmlns:p14="http://schemas.microsoft.com/office/powerpoint/2010/main" val="6176848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D045D-2A39-8241-5186-9BFAB54731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60C81-110F-E437-B508-8AA16D466F37}"/>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Resolving merge conflicts in practice (more advanced)</a:t>
            </a:r>
          </a:p>
        </p:txBody>
      </p:sp>
      <p:sp>
        <p:nvSpPr>
          <p:cNvPr id="5" name="TextBox 4">
            <a:extLst>
              <a:ext uri="{FF2B5EF4-FFF2-40B4-BE49-F238E27FC236}">
                <a16:creationId xmlns:a16="http://schemas.microsoft.com/office/drawing/2014/main" id="{09C54D5A-D520-68D5-914C-FB107D03AE63}"/>
              </a:ext>
            </a:extLst>
          </p:cNvPr>
          <p:cNvSpPr txBox="1"/>
          <p:nvPr/>
        </p:nvSpPr>
        <p:spPr>
          <a:xfrm>
            <a:off x="1089890" y="1347643"/>
            <a:ext cx="9522692" cy="5478423"/>
          </a:xfrm>
          <a:prstGeom prst="rect">
            <a:avLst/>
          </a:prstGeom>
          <a:noFill/>
        </p:spPr>
        <p:txBody>
          <a:bodyPr wrap="square">
            <a:spAutoFit/>
          </a:bodyPr>
          <a:lstStyle/>
          <a:p>
            <a:pPr marL="285750" indent="-285750">
              <a:spcAft>
                <a:spcPts val="800"/>
              </a:spcAft>
              <a:buFont typeface="Arial" panose="020B0604020202020204" pitchFamily="34" charset="0"/>
              <a:buChar char="•"/>
            </a:pPr>
            <a:r>
              <a:rPr lang="en-GB" dirty="0">
                <a:effectLst/>
                <a:latin typeface="Calibri" panose="020F0502020204030204" pitchFamily="34" charset="0"/>
                <a:ea typeface="Calibri" panose="020F0502020204030204" pitchFamily="34" charset="0"/>
                <a:cs typeface="Arial" panose="020B0604020202020204" pitchFamily="34" charset="0"/>
              </a:rPr>
              <a:t>In practice:</a:t>
            </a:r>
          </a:p>
          <a:p>
            <a:pPr marL="742950" lvl="1" indent="-285750">
              <a:spcAft>
                <a:spcPts val="800"/>
              </a:spcAft>
              <a:buFont typeface="Arial" panose="020B0604020202020204" pitchFamily="34" charset="0"/>
              <a:buChar char="•"/>
            </a:pPr>
            <a:r>
              <a:rPr lang="en-GB" dirty="0">
                <a:latin typeface="Calibri" panose="020F0502020204030204" pitchFamily="34" charset="0"/>
                <a:ea typeface="Calibri" panose="020F0502020204030204" pitchFamily="34" charset="0"/>
                <a:cs typeface="Arial" panose="020B0604020202020204" pitchFamily="34" charset="0"/>
              </a:rPr>
              <a:t>If there is a conflict between your feature branch and main, you usually resolve it on the feature branch in your local repo, by merging main into the feature branch.</a:t>
            </a:r>
          </a:p>
          <a:p>
            <a:pPr marL="742950" lvl="1" indent="-285750">
              <a:spcAft>
                <a:spcPts val="1200"/>
              </a:spcAft>
              <a:buFont typeface="Arial" panose="020B0604020202020204" pitchFamily="34" charset="0"/>
              <a:buChar char="•"/>
            </a:pPr>
            <a:r>
              <a:rPr lang="en-GB" dirty="0">
                <a:latin typeface="Calibri" panose="020F0502020204030204" pitchFamily="34" charset="0"/>
                <a:ea typeface="Calibri" panose="020F0502020204030204" pitchFamily="34" charset="0"/>
                <a:cs typeface="Arial" panose="020B0604020202020204" pitchFamily="34" charset="0"/>
              </a:rPr>
              <a:t>You then push the updated feature branch version to GitHub, where it can be merged into main via a PR now that the conflict has gone.</a:t>
            </a:r>
          </a:p>
          <a:p>
            <a:pPr marL="285750" indent="-285750">
              <a:spcAft>
                <a:spcPts val="800"/>
              </a:spcAft>
              <a:buFont typeface="Arial" panose="020B0604020202020204" pitchFamily="34" charset="0"/>
              <a:buChar char="•"/>
            </a:pPr>
            <a:r>
              <a:rPr lang="en-GB" dirty="0">
                <a:effectLst/>
                <a:latin typeface="Calibri" panose="020F0502020204030204" pitchFamily="34" charset="0"/>
                <a:ea typeface="Calibri" panose="020F0502020204030204" pitchFamily="34" charset="0"/>
                <a:cs typeface="Arial" panose="020B0604020202020204" pitchFamily="34" charset="0"/>
              </a:rPr>
              <a:t>The workflow </a:t>
            </a:r>
            <a:r>
              <a:rPr lang="en-GB" dirty="0">
                <a:latin typeface="Calibri" panose="020F0502020204030204" pitchFamily="34" charset="0"/>
                <a:ea typeface="Calibri" panose="020F0502020204030204" pitchFamily="34" charset="0"/>
                <a:cs typeface="Arial" panose="020B0604020202020204" pitchFamily="34" charset="0"/>
              </a:rPr>
              <a:t>is:</a:t>
            </a:r>
          </a:p>
          <a:p>
            <a:pPr marL="742950" lvl="1" indent="-285750">
              <a:spcAft>
                <a:spcPts val="800"/>
              </a:spcAft>
              <a:buFont typeface="Arial" panose="020B0604020202020204" pitchFamily="34" charset="0"/>
              <a:buChar char="•"/>
            </a:pPr>
            <a:r>
              <a:rPr lang="en-GB" dirty="0">
                <a:effectLst/>
                <a:latin typeface="Calibri" panose="020F0502020204030204" pitchFamily="34" charset="0"/>
                <a:ea typeface="Calibri" panose="020F0502020204030204" pitchFamily="34" charset="0"/>
                <a:cs typeface="Arial" panose="020B0604020202020204" pitchFamily="34" charset="0"/>
              </a:rPr>
              <a:t>While </a:t>
            </a:r>
            <a:r>
              <a:rPr lang="en-GB" dirty="0">
                <a:latin typeface="Calibri" panose="020F0502020204030204" pitchFamily="34" charset="0"/>
                <a:ea typeface="Calibri" panose="020F0502020204030204" pitchFamily="34" charset="0"/>
                <a:cs typeface="Arial" panose="020B0604020202020204" pitchFamily="34" charset="0"/>
              </a:rPr>
              <a:t>on your feature branch, merge the main branch: </a:t>
            </a:r>
            <a:r>
              <a:rPr lang="en-GB" dirty="0">
                <a:highlight>
                  <a:srgbClr val="C0C0C0"/>
                </a:highlight>
                <a:latin typeface="Consolas" panose="020B0609020204030204" pitchFamily="49" charset="0"/>
                <a:ea typeface="Calibri" panose="020F0502020204030204" pitchFamily="34" charset="0"/>
                <a:cs typeface="Arial" panose="020B0604020202020204" pitchFamily="34" charset="0"/>
              </a:rPr>
              <a:t>git merge main</a:t>
            </a:r>
          </a:p>
          <a:p>
            <a:pPr marL="742950" lvl="1" indent="-285750">
              <a:spcAft>
                <a:spcPts val="800"/>
              </a:spcAft>
              <a:buFont typeface="Arial" panose="020B0604020202020204" pitchFamily="34" charset="0"/>
              <a:buChar char="•"/>
            </a:pPr>
            <a:r>
              <a:rPr lang="en-GB" dirty="0">
                <a:effectLst/>
                <a:ea typeface="Calibri" panose="020F0502020204030204" pitchFamily="34" charset="0"/>
                <a:cs typeface="Arial" panose="020B0604020202020204" pitchFamily="34" charset="0"/>
              </a:rPr>
              <a:t>This updates your feature branch to include any new code in main.</a:t>
            </a:r>
          </a:p>
          <a:p>
            <a:pPr marL="742950" lvl="1" indent="-285750">
              <a:spcAft>
                <a:spcPts val="800"/>
              </a:spcAft>
              <a:buFont typeface="Arial" panose="020B0604020202020204" pitchFamily="34" charset="0"/>
              <a:buChar char="•"/>
            </a:pPr>
            <a:r>
              <a:rPr lang="en-GB" dirty="0">
                <a:ea typeface="Calibri" panose="020F0502020204030204" pitchFamily="34" charset="0"/>
                <a:cs typeface="Arial" panose="020B0604020202020204" pitchFamily="34" charset="0"/>
              </a:rPr>
              <a:t>If there are conflicts, Git tells you. You resolve them and then make a commit to allow the merge to complete.</a:t>
            </a:r>
          </a:p>
          <a:p>
            <a:pPr marL="742950" lvl="1" indent="-285750">
              <a:spcAft>
                <a:spcPts val="800"/>
              </a:spcAft>
              <a:buFont typeface="Arial" panose="020B0604020202020204" pitchFamily="34" charset="0"/>
              <a:buChar char="•"/>
            </a:pPr>
            <a:r>
              <a:rPr lang="en-GB" dirty="0">
                <a:effectLst/>
                <a:ea typeface="Calibri" panose="020F0502020204030204" pitchFamily="34" charset="0"/>
                <a:cs typeface="Arial" panose="020B0604020202020204" pitchFamily="34" charset="0"/>
              </a:rPr>
              <a:t>You then push your updated branch to GitHub: </a:t>
            </a:r>
            <a:r>
              <a:rPr lang="en-GB" dirty="0">
                <a:effectLst/>
                <a:highlight>
                  <a:srgbClr val="C0C0C0"/>
                </a:highlight>
                <a:latin typeface="Consolas" panose="020B0609020204030204" pitchFamily="49" charset="0"/>
                <a:ea typeface="Calibri" panose="020F0502020204030204" pitchFamily="34" charset="0"/>
                <a:cs typeface="Arial" panose="020B0604020202020204" pitchFamily="34" charset="0"/>
              </a:rPr>
              <a:t>git push </a:t>
            </a:r>
            <a:r>
              <a:rPr lang="en-GB" dirty="0" err="1">
                <a:effectLst/>
                <a:highlight>
                  <a:srgbClr val="C0C0C0"/>
                </a:highlight>
                <a:latin typeface="Consolas" panose="020B0609020204030204" pitchFamily="49" charset="0"/>
                <a:ea typeface="Calibri" panose="020F0502020204030204" pitchFamily="34" charset="0"/>
                <a:cs typeface="Arial" panose="020B0604020202020204" pitchFamily="34" charset="0"/>
              </a:rPr>
              <a:t>feature_branch</a:t>
            </a:r>
            <a:endParaRPr lang="en-GB" dirty="0">
              <a:highlight>
                <a:srgbClr val="C0C0C0"/>
              </a:highlight>
              <a:latin typeface="Consolas" panose="020B0609020204030204" pitchFamily="49" charset="0"/>
              <a:ea typeface="Calibri" panose="020F0502020204030204" pitchFamily="34" charset="0"/>
              <a:cs typeface="Arial" panose="020B0604020202020204" pitchFamily="34" charset="0"/>
            </a:endParaRPr>
          </a:p>
          <a:p>
            <a:pPr marL="742950" lvl="1" indent="-285750">
              <a:spcAft>
                <a:spcPts val="1200"/>
              </a:spcAft>
              <a:buFont typeface="Arial" panose="020B0604020202020204" pitchFamily="34" charset="0"/>
              <a:buChar char="•"/>
            </a:pPr>
            <a:r>
              <a:rPr lang="en-GB" dirty="0">
                <a:effectLst/>
                <a:ea typeface="Calibri" panose="020F0502020204030204" pitchFamily="34" charset="0"/>
                <a:cs typeface="Arial" panose="020B0604020202020204" pitchFamily="34" charset="0"/>
              </a:rPr>
              <a:t>If</a:t>
            </a:r>
            <a:r>
              <a:rPr lang="en-GB" dirty="0">
                <a:ea typeface="Calibri" panose="020F0502020204030204" pitchFamily="34" charset="0"/>
                <a:cs typeface="Arial" panose="020B0604020202020204" pitchFamily="34" charset="0"/>
              </a:rPr>
              <a:t> you already have a PR open, the PR will update automatically.</a:t>
            </a:r>
          </a:p>
          <a:p>
            <a:pPr marL="285750" indent="-285750">
              <a:spcAft>
                <a:spcPts val="800"/>
              </a:spcAft>
              <a:buFont typeface="Arial" panose="020B0604020202020204" pitchFamily="34" charset="0"/>
              <a:buChar char="•"/>
            </a:pPr>
            <a:r>
              <a:rPr lang="en-GB" dirty="0">
                <a:ea typeface="Calibri" panose="020F0502020204030204" pitchFamily="34" charset="0"/>
                <a:cs typeface="Arial" panose="020B0604020202020204" pitchFamily="34" charset="0"/>
              </a:rPr>
              <a:t>This becomes clearer once you have done it a few times.</a:t>
            </a:r>
          </a:p>
          <a:p>
            <a:pPr>
              <a:spcAft>
                <a:spcPts val="800"/>
              </a:spcAft>
            </a:pPr>
            <a:endParaRPr lang="en-GB" dirty="0">
              <a:ea typeface="Calibri" panose="020F0502020204030204" pitchFamily="34" charset="0"/>
              <a:cs typeface="Arial" panose="020B0604020202020204" pitchFamily="34" charset="0"/>
            </a:endParaRPr>
          </a:p>
          <a:p>
            <a:pPr marL="285750" indent="-285750">
              <a:spcAft>
                <a:spcPts val="800"/>
              </a:spcAft>
              <a:buFont typeface="Arial" panose="020B0604020202020204" pitchFamily="34" charset="0"/>
              <a:buChar char="•"/>
            </a:pPr>
            <a:endParaRPr lang="en-GB" dirty="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63589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167A0-D444-8401-311B-78A2CECCCCA1}"/>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Stashing changes</a:t>
            </a:r>
          </a:p>
        </p:txBody>
      </p:sp>
      <p:sp>
        <p:nvSpPr>
          <p:cNvPr id="5" name="TextBox 4">
            <a:extLst>
              <a:ext uri="{FF2B5EF4-FFF2-40B4-BE49-F238E27FC236}">
                <a16:creationId xmlns:a16="http://schemas.microsoft.com/office/drawing/2014/main" id="{C1BA7A40-782F-4A2A-9328-ADC0DAF9EB35}"/>
              </a:ext>
            </a:extLst>
          </p:cNvPr>
          <p:cNvSpPr txBox="1"/>
          <p:nvPr/>
        </p:nvSpPr>
        <p:spPr>
          <a:xfrm>
            <a:off x="1041653" y="1614755"/>
            <a:ext cx="7915275" cy="2129814"/>
          </a:xfrm>
          <a:prstGeom prst="rect">
            <a:avLst/>
          </a:prstGeom>
          <a:noFill/>
        </p:spPr>
        <p:txBody>
          <a:bodyPr wrap="square">
            <a:spAutoFit/>
          </a:bodyPr>
          <a:lstStyle/>
          <a:p>
            <a:pPr>
              <a:lnSpc>
                <a:spcPct val="107000"/>
              </a:lnSpc>
              <a:spcAft>
                <a:spcPts val="800"/>
              </a:spcAft>
            </a:pPr>
            <a:r>
              <a:rPr lang="en-GB" sz="2800" dirty="0">
                <a:effectLst/>
                <a:latin typeface="Calibri" panose="020F0502020204030204" pitchFamily="34" charset="0"/>
                <a:ea typeface="Calibri" panose="020F0502020204030204" pitchFamily="34" charset="0"/>
                <a:cs typeface="Arial" panose="020B0604020202020204" pitchFamily="34" charset="0"/>
              </a:rPr>
              <a:t>Terminal</a:t>
            </a:r>
          </a:p>
          <a:p>
            <a:pPr>
              <a:lnSpc>
                <a:spcPct val="107000"/>
              </a:lnSpc>
              <a:spcAft>
                <a:spcPts val="800"/>
              </a:spcAft>
            </a:pPr>
            <a:r>
              <a:rPr lang="en-GB" sz="18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 </a:t>
            </a:r>
            <a:endParaRPr lang="en-GB" sz="1800" dirty="0">
              <a:effectLst/>
              <a:latin typeface="Calibri" panose="020F0502020204030204" pitchFamily="34" charset="0"/>
              <a:ea typeface="Calibri" panose="020F0502020204030204" pitchFamily="34" charset="0"/>
              <a:cs typeface="Arial" panose="020B0604020202020204" pitchFamily="34" charset="0"/>
            </a:endParaRPr>
          </a:p>
          <a:p>
            <a:pPr marL="285750" indent="-285750">
              <a:lnSpc>
                <a:spcPct val="107000"/>
              </a:lnSpc>
              <a:spcAft>
                <a:spcPts val="800"/>
              </a:spcAft>
              <a:buFont typeface="Arial" panose="020B0604020202020204" pitchFamily="34" charset="0"/>
              <a:buChar char="•"/>
            </a:pPr>
            <a:r>
              <a:rPr lang="en-GB" sz="1800" dirty="0">
                <a:effectLst/>
                <a:latin typeface="Calibri" panose="020F0502020204030204" pitchFamily="34" charset="0"/>
                <a:ea typeface="Calibri" panose="020F0502020204030204" pitchFamily="34" charset="0"/>
                <a:cs typeface="Arial" panose="020B0604020202020204" pitchFamily="34" charset="0"/>
              </a:rPr>
              <a:t>To temporarily store your work without making a commit </a:t>
            </a:r>
            <a:endParaRPr lang="en-GB" dirty="0">
              <a:latin typeface="Calibri" panose="020F0502020204030204" pitchFamily="34" charset="0"/>
              <a:ea typeface="Calibri" panose="020F0502020204030204" pitchFamily="34" charset="0"/>
              <a:cs typeface="Arial" panose="020B0604020202020204" pitchFamily="34" charset="0"/>
            </a:endParaRPr>
          </a:p>
          <a:p>
            <a:pPr>
              <a:lnSpc>
                <a:spcPct val="107000"/>
              </a:lnSpc>
              <a:spcAft>
                <a:spcPts val="800"/>
              </a:spcAft>
            </a:pPr>
            <a:r>
              <a:rPr lang="en-GB" sz="1800" dirty="0">
                <a:effectLst/>
                <a:latin typeface="Calibri" panose="020F0502020204030204" pitchFamily="34" charset="0"/>
                <a:ea typeface="Calibri" panose="020F0502020204030204" pitchFamily="34" charset="0"/>
                <a:cs typeface="Arial" panose="020B0604020202020204" pitchFamily="34" charset="0"/>
              </a:rPr>
              <a:t>	</a:t>
            </a:r>
            <a:r>
              <a:rPr lang="en-GB" sz="18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git </a:t>
            </a:r>
            <a:r>
              <a:rPr lang="en-GB" dirty="0">
                <a:solidFill>
                  <a:srgbClr val="000000"/>
                </a:solidFill>
                <a:latin typeface="Consolas" panose="020B0609020204030204" pitchFamily="49" charset="0"/>
                <a:ea typeface="Calibri" panose="020F0502020204030204" pitchFamily="34" charset="0"/>
                <a:cs typeface="Arial" panose="020B0604020202020204" pitchFamily="34" charset="0"/>
              </a:rPr>
              <a:t>stash</a:t>
            </a:r>
            <a:r>
              <a:rPr lang="en-GB" sz="1800" dirty="0">
                <a:solidFill>
                  <a:srgbClr val="000000"/>
                </a:solidFill>
                <a:effectLst/>
                <a:latin typeface="Consolas" panose="020B0609020204030204" pitchFamily="49" charset="0"/>
                <a:ea typeface="Calibri" panose="020F0502020204030204" pitchFamily="34" charset="0"/>
                <a:cs typeface="Arial" panose="020B0604020202020204" pitchFamily="34" charset="0"/>
              </a:rPr>
              <a:t> </a:t>
            </a:r>
            <a:endParaRPr lang="en-GB" sz="1800" dirty="0">
              <a:effectLst/>
              <a:latin typeface="Calibri" panose="020F0502020204030204" pitchFamily="34" charset="0"/>
              <a:ea typeface="Calibri" panose="020F0502020204030204" pitchFamily="34" charset="0"/>
              <a:cs typeface="Arial" panose="020B0604020202020204" pitchFamily="34" charset="0"/>
            </a:endParaRPr>
          </a:p>
          <a:p>
            <a:pPr>
              <a:spcAft>
                <a:spcPts val="800"/>
              </a:spcAft>
            </a:pPr>
            <a:r>
              <a:rPr lang="en-GB" sz="1800" dirty="0">
                <a:effectLst/>
                <a:latin typeface="Calibri" panose="020F0502020204030204" pitchFamily="34" charset="0"/>
                <a:ea typeface="Calibri" panose="020F0502020204030204" pitchFamily="34" charset="0"/>
                <a:cs typeface="Arial" panose="020B0604020202020204" pitchFamily="34" charset="0"/>
              </a:rPr>
              <a:t> </a:t>
            </a:r>
          </a:p>
        </p:txBody>
      </p:sp>
    </p:spTree>
    <p:extLst>
      <p:ext uri="{BB962C8B-B14F-4D97-AF65-F5344CB8AC3E}">
        <p14:creationId xmlns:p14="http://schemas.microsoft.com/office/powerpoint/2010/main" val="28104437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6CC02-4AAE-443A-B57D-A83771EA38F3}"/>
              </a:ext>
            </a:extLst>
          </p:cNvPr>
          <p:cNvSpPr>
            <a:spLocks noGrp="1"/>
          </p:cNvSpPr>
          <p:nvPr>
            <p:ph type="title"/>
          </p:nvPr>
        </p:nvSpPr>
        <p:spPr>
          <a:xfrm>
            <a:off x="838200" y="2766218"/>
            <a:ext cx="10515600" cy="1325563"/>
          </a:xfrm>
        </p:spPr>
        <p:txBody>
          <a:bodyPr>
            <a:normAutofit/>
          </a:bodyPr>
          <a:lstStyle/>
          <a:p>
            <a:r>
              <a:rPr lang="en-GB" sz="6600" b="1" dirty="0">
                <a:solidFill>
                  <a:srgbClr val="1D609D"/>
                </a:solidFill>
                <a:latin typeface="Arial" panose="020B0604020202020204" pitchFamily="34" charset="0"/>
                <a:cs typeface="Arial" panose="020B0604020202020204" pitchFamily="34" charset="0"/>
              </a:rPr>
              <a:t>5. Effective collaboration</a:t>
            </a:r>
            <a:endParaRPr lang="en-GB" sz="6600" b="1" dirty="0">
              <a:solidFill>
                <a:srgbClr val="1D609D"/>
              </a:solidFill>
            </a:endParaRPr>
          </a:p>
        </p:txBody>
      </p:sp>
    </p:spTree>
    <p:extLst>
      <p:ext uri="{BB962C8B-B14F-4D97-AF65-F5344CB8AC3E}">
        <p14:creationId xmlns:p14="http://schemas.microsoft.com/office/powerpoint/2010/main" val="20854396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1BA7A40-782F-4A2A-9328-ADC0DAF9EB35}"/>
              </a:ext>
            </a:extLst>
          </p:cNvPr>
          <p:cNvSpPr txBox="1"/>
          <p:nvPr/>
        </p:nvSpPr>
        <p:spPr>
          <a:xfrm>
            <a:off x="1343177" y="1614756"/>
            <a:ext cx="7915275" cy="4319131"/>
          </a:xfrm>
          <a:prstGeom prst="rect">
            <a:avLst/>
          </a:prstGeom>
          <a:noFill/>
        </p:spPr>
        <p:txBody>
          <a:bodyPr wrap="square">
            <a:spAutoFit/>
          </a:bodyPr>
          <a:lstStyle/>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Make small and self-contained commits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Clear commit messages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Small branches and regular merges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Pull request descriptions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Branch protection rules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Delete merged branches</a:t>
            </a:r>
          </a:p>
          <a:p>
            <a:pPr marL="285750" indent="-285750">
              <a:lnSpc>
                <a:spcPct val="150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Document your repository</a:t>
            </a:r>
          </a:p>
          <a:p>
            <a:pPr>
              <a:spcAft>
                <a:spcPts val="800"/>
              </a:spcAft>
            </a:pPr>
            <a:r>
              <a:rPr lang="en-GB" sz="18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6" name="Title 1">
            <a:extLst>
              <a:ext uri="{FF2B5EF4-FFF2-40B4-BE49-F238E27FC236}">
                <a16:creationId xmlns:a16="http://schemas.microsoft.com/office/drawing/2014/main" id="{2F378F90-4097-E60B-6218-DD99D4A1D5AE}"/>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Good practice</a:t>
            </a:r>
          </a:p>
        </p:txBody>
      </p:sp>
    </p:spTree>
    <p:extLst>
      <p:ext uri="{BB962C8B-B14F-4D97-AF65-F5344CB8AC3E}">
        <p14:creationId xmlns:p14="http://schemas.microsoft.com/office/powerpoint/2010/main" val="18350585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6CC02-4AAE-443A-B57D-A83771EA38F3}"/>
              </a:ext>
            </a:extLst>
          </p:cNvPr>
          <p:cNvSpPr>
            <a:spLocks noGrp="1"/>
          </p:cNvSpPr>
          <p:nvPr>
            <p:ph type="title"/>
          </p:nvPr>
        </p:nvSpPr>
        <p:spPr>
          <a:xfrm>
            <a:off x="838200" y="2766218"/>
            <a:ext cx="10836564" cy="1325563"/>
          </a:xfrm>
        </p:spPr>
        <p:txBody>
          <a:bodyPr>
            <a:noAutofit/>
          </a:bodyPr>
          <a:lstStyle/>
          <a:p>
            <a:r>
              <a:rPr lang="en-GB" sz="6600" b="1" dirty="0">
                <a:solidFill>
                  <a:srgbClr val="1D609D"/>
                </a:solidFill>
                <a:latin typeface="Arial" panose="020B0604020202020204" pitchFamily="34" charset="0"/>
                <a:cs typeface="Arial" panose="020B0604020202020204" pitchFamily="34" charset="0"/>
              </a:rPr>
              <a:t>6. Security considerations</a:t>
            </a:r>
            <a:endParaRPr lang="en-GB" sz="6600" b="1" dirty="0">
              <a:solidFill>
                <a:srgbClr val="1D609D"/>
              </a:solidFill>
            </a:endParaRPr>
          </a:p>
        </p:txBody>
      </p:sp>
    </p:spTree>
    <p:extLst>
      <p:ext uri="{BB962C8B-B14F-4D97-AF65-F5344CB8AC3E}">
        <p14:creationId xmlns:p14="http://schemas.microsoft.com/office/powerpoint/2010/main" val="1225037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1BA7A40-782F-4A2A-9328-ADC0DAF9EB35}"/>
              </a:ext>
            </a:extLst>
          </p:cNvPr>
          <p:cNvSpPr txBox="1"/>
          <p:nvPr/>
        </p:nvSpPr>
        <p:spPr>
          <a:xfrm>
            <a:off x="1324704" y="1685778"/>
            <a:ext cx="7915275" cy="252889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Repository visibility</a:t>
            </a:r>
          </a:p>
          <a:p>
            <a:pPr marL="285750" indent="-285750">
              <a:lnSpc>
                <a:spcPct val="107000"/>
              </a:lnSpc>
              <a:spcAft>
                <a:spcPts val="800"/>
              </a:spcAft>
              <a:buFont typeface="Arial" panose="020B0604020202020204" pitchFamily="34" charset="0"/>
              <a:buChar char="•"/>
            </a:pPr>
            <a:endParaRPr lang="en-GB" sz="2000" dirty="0">
              <a:latin typeface="Calibri" panose="020F0502020204030204" pitchFamily="34" charset="0"/>
              <a:cs typeface="Arial" panose="020B0604020202020204" pitchFamily="34" charset="0"/>
            </a:endParaRPr>
          </a:p>
          <a:p>
            <a:pPr marL="285750" indent="-285750">
              <a:lnSpc>
                <a:spcPct val="107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Storing data</a:t>
            </a:r>
          </a:p>
          <a:p>
            <a:pPr marL="285750" indent="-285750">
              <a:lnSpc>
                <a:spcPct val="107000"/>
              </a:lnSpc>
              <a:spcAft>
                <a:spcPts val="800"/>
              </a:spcAft>
              <a:buFont typeface="Arial" panose="020B0604020202020204" pitchFamily="34" charset="0"/>
              <a:buChar char="•"/>
            </a:pPr>
            <a:endParaRPr lang="en-GB" sz="2000" dirty="0">
              <a:latin typeface="Calibri" panose="020F0502020204030204" pitchFamily="34" charset="0"/>
              <a:cs typeface="Arial" panose="020B0604020202020204" pitchFamily="34" charset="0"/>
            </a:endParaRPr>
          </a:p>
          <a:p>
            <a:pPr marL="285750" indent="-285750">
              <a:lnSpc>
                <a:spcPct val="107000"/>
              </a:lnSpc>
              <a:spcAft>
                <a:spcPts val="800"/>
              </a:spcAft>
              <a:buFont typeface="Arial" panose="020B0604020202020204" pitchFamily="34" charset="0"/>
              <a:buChar char="•"/>
            </a:pPr>
            <a:r>
              <a:rPr lang="en-GB" sz="2000" dirty="0">
                <a:latin typeface="Calibri" panose="020F0502020204030204" pitchFamily="34" charset="0"/>
                <a:cs typeface="Arial" panose="020B0604020202020204" pitchFamily="34" charset="0"/>
              </a:rPr>
              <a:t>Git ignore files</a:t>
            </a:r>
          </a:p>
          <a:p>
            <a:pPr>
              <a:spcAft>
                <a:spcPts val="800"/>
              </a:spcAft>
            </a:pPr>
            <a:r>
              <a:rPr lang="en-GB" sz="18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6" name="Title 1">
            <a:extLst>
              <a:ext uri="{FF2B5EF4-FFF2-40B4-BE49-F238E27FC236}">
                <a16:creationId xmlns:a16="http://schemas.microsoft.com/office/drawing/2014/main" id="{2F378F90-4097-E60B-6218-DD99D4A1D5AE}"/>
              </a:ext>
            </a:extLst>
          </p:cNvPr>
          <p:cNvSpPr>
            <a:spLocks noGrp="1"/>
          </p:cNvSpPr>
          <p:nvPr>
            <p:ph type="title"/>
          </p:nvPr>
        </p:nvSpPr>
        <p:spPr>
          <a:xfrm>
            <a:off x="936777" y="149535"/>
            <a:ext cx="10515600" cy="1325563"/>
          </a:xfrm>
        </p:spPr>
        <p:txBody>
          <a:bodyPr>
            <a:normAutofit/>
          </a:bodyPr>
          <a:lstStyle/>
          <a:p>
            <a:r>
              <a:rPr lang="en-GB" sz="3600" dirty="0">
                <a:solidFill>
                  <a:srgbClr val="1D609D"/>
                </a:solidFill>
                <a:latin typeface="Calibri Light"/>
                <a:ea typeface="Calibri"/>
                <a:cs typeface="Calibri"/>
              </a:rPr>
              <a:t>Good practice</a:t>
            </a:r>
          </a:p>
        </p:txBody>
      </p:sp>
    </p:spTree>
    <p:extLst>
      <p:ext uri="{BB962C8B-B14F-4D97-AF65-F5344CB8AC3E}">
        <p14:creationId xmlns:p14="http://schemas.microsoft.com/office/powerpoint/2010/main" val="33362527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7295</TotalTime>
  <Words>3716</Words>
  <Application>Microsoft Macintosh PowerPoint</Application>
  <PresentationFormat>Widescreen</PresentationFormat>
  <Paragraphs>413</Paragraphs>
  <Slides>39</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Arial</vt:lpstr>
      <vt:lpstr>Calibri</vt:lpstr>
      <vt:lpstr>Calibri Light</vt:lpstr>
      <vt:lpstr>Consolas</vt:lpstr>
      <vt:lpstr>Symbol</vt:lpstr>
      <vt:lpstr>Times New Roman</vt:lpstr>
      <vt:lpstr>Wingdings</vt:lpstr>
      <vt:lpstr>Office Theme</vt:lpstr>
      <vt:lpstr>Introduction to Git and GitHub</vt:lpstr>
      <vt:lpstr>1. Introduction</vt:lpstr>
      <vt:lpstr>PowerPoint Presentation</vt:lpstr>
      <vt:lpstr>PowerPoint Presentation</vt:lpstr>
      <vt:lpstr>2. Overview of Git and GitHub concepts</vt:lpstr>
      <vt:lpstr>PowerPoint Presentation</vt:lpstr>
      <vt:lpstr>Collaborating using GitHub</vt:lpstr>
      <vt:lpstr>Collaborating using GitHub</vt:lpstr>
      <vt:lpstr>Collaborating using GitHub</vt:lpstr>
      <vt:lpstr>Collaborating using GitHub</vt:lpstr>
      <vt:lpstr>File states</vt:lpstr>
      <vt:lpstr>File states</vt:lpstr>
      <vt:lpstr>File states</vt:lpstr>
      <vt:lpstr>3. Walk-through of the basic Git workflow</vt:lpstr>
      <vt:lpstr>Graphical user interface (GUI)</vt:lpstr>
      <vt:lpstr>Create a branch</vt:lpstr>
      <vt:lpstr>Edit some files, for example write some code to an R script</vt:lpstr>
      <vt:lpstr>Stage and commit a group of changes</vt:lpstr>
      <vt:lpstr>Push changes</vt:lpstr>
      <vt:lpstr>PowerPoint Presentation</vt:lpstr>
      <vt:lpstr>Pull changes into a local branch</vt:lpstr>
      <vt:lpstr>View the commit history</vt:lpstr>
      <vt:lpstr>Create a branch</vt:lpstr>
      <vt:lpstr>Edit some files, for example write some code to an R script</vt:lpstr>
      <vt:lpstr>Stage and commit a group of changes</vt:lpstr>
      <vt:lpstr>Terminal commands</vt:lpstr>
      <vt:lpstr>Push changes</vt:lpstr>
      <vt:lpstr>Pull changes into a local branch</vt:lpstr>
      <vt:lpstr>View the commit history</vt:lpstr>
      <vt:lpstr>Practice</vt:lpstr>
      <vt:lpstr>4. Advanced topics</vt:lpstr>
      <vt:lpstr>Undoing changes</vt:lpstr>
      <vt:lpstr>Merge conflicts</vt:lpstr>
      <vt:lpstr>Resolving merge conflicts in practice (more advanced)</vt:lpstr>
      <vt:lpstr>Stashing changes</vt:lpstr>
      <vt:lpstr>5. Effective collaboration</vt:lpstr>
      <vt:lpstr>Good practice</vt:lpstr>
      <vt:lpstr>6. Security considerations</vt:lpstr>
      <vt:lpstr>Good practice</vt:lpstr>
    </vt:vector>
  </TitlesOfParts>
  <Company>MOJ</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Gray, Kristina</dc:creator>
  <cp:lastModifiedBy>Ison, Graham</cp:lastModifiedBy>
  <cp:revision>67</cp:revision>
  <dcterms:created xsi:type="dcterms:W3CDTF">2023-06-27T13:09:50Z</dcterms:created>
  <dcterms:modified xsi:type="dcterms:W3CDTF">2026-03-02T10:44:57Z</dcterms:modified>
</cp:coreProperties>
</file>